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 id="2147483716" r:id="rId3"/>
  </p:sldMasterIdLst>
  <p:notesMasterIdLst>
    <p:notesMasterId r:id="rId5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9144000" cy="5143500" type="screen16x9"/>
  <p:notesSz cx="6858000" cy="9144000"/>
  <p:embeddedFontLst>
    <p:embeddedFont>
      <p:font typeface="Barlow" panose="00000500000000000000" pitchFamily="2" charset="0"/>
      <p:regular r:id="rId54"/>
      <p:bold r:id="rId55"/>
      <p:italic r:id="rId56"/>
      <p:boldItalic r:id="rId57"/>
    </p:embeddedFont>
    <p:embeddedFont>
      <p:font typeface="Didact Gothic" panose="00000500000000000000" pitchFamily="2" charset="0"/>
      <p:regular r:id="rId58"/>
    </p:embeddedFont>
    <p:embeddedFont>
      <p:font typeface="Fira Sans Extra Condensed Medium" panose="020B0604020202020204" charset="0"/>
      <p:regular r:id="rId59"/>
      <p:bold r:id="rId60"/>
      <p:italic r:id="rId61"/>
      <p:boldItalic r:id="rId62"/>
    </p:embeddedFont>
    <p:embeddedFont>
      <p:font typeface="Inter" panose="020B0604020202020204" charset="0"/>
      <p:regular r:id="rId63"/>
      <p:bold r:id="rId64"/>
    </p:embeddedFont>
    <p:embeddedFont>
      <p:font typeface="Montserrat" panose="00000500000000000000" pitchFamily="2" charset="0"/>
      <p:regular r:id="rId65"/>
      <p:bold r:id="rId66"/>
      <p:italic r:id="rId67"/>
      <p:boldItalic r:id="rId68"/>
    </p:embeddedFont>
    <p:embeddedFont>
      <p:font typeface="Montserrat Medium" panose="00000600000000000000" pitchFamily="2" charset="0"/>
      <p:regular r:id="rId69"/>
      <p:bold r:id="rId70"/>
      <p:italic r:id="rId71"/>
      <p:boldItalic r:id="rId72"/>
    </p:embeddedFont>
    <p:embeddedFont>
      <p:font typeface="Montserrat SemiBold" panose="00000700000000000000" pitchFamily="2" charset="0"/>
      <p:regular r:id="rId73"/>
      <p:bold r:id="rId74"/>
      <p:italic r:id="rId75"/>
      <p:boldItalic r:id="rId76"/>
    </p:embeddedFont>
    <p:embeddedFont>
      <p:font typeface="Neucha" panose="020B0604020202020204" charset="0"/>
      <p:regular r:id="rId77"/>
    </p:embeddedFont>
    <p:embeddedFont>
      <p:font typeface="Patua One" panose="020B0604020202020204" charset="0"/>
      <p:regular r:id="rId78"/>
    </p:embeddedFont>
    <p:embeddedFont>
      <p:font typeface="Poppins" panose="00000500000000000000" pitchFamily="2" charset="0"/>
      <p:regular r:id="rId79"/>
      <p:bold r:id="rId80"/>
      <p:italic r:id="rId81"/>
      <p:boldItalic r:id="rId82"/>
    </p:embeddedFont>
    <p:embeddedFont>
      <p:font typeface="Roboto" panose="02000000000000000000" pitchFamily="2"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85F886-F2B7-4E43-A6E9-08D5712BC9BE}">
  <a:tblStyle styleId="{ED85F886-F2B7-4E43-A6E9-08D5712BC9B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0.fntdata"/><Relationship Id="rId68" Type="http://schemas.openxmlformats.org/officeDocument/2006/relationships/font" Target="fonts/font15.fntdata"/><Relationship Id="rId84" Type="http://schemas.openxmlformats.org/officeDocument/2006/relationships/font" Target="fonts/font31.fntdata"/><Relationship Id="rId89"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notesMaster" Target="notesMasters/notesMaster1.xml"/><Relationship Id="rId58" Type="http://schemas.openxmlformats.org/officeDocument/2006/relationships/font" Target="fonts/font5.fntdata"/><Relationship Id="rId74" Type="http://schemas.openxmlformats.org/officeDocument/2006/relationships/font" Target="fonts/font21.fntdata"/><Relationship Id="rId79" Type="http://schemas.openxmlformats.org/officeDocument/2006/relationships/font" Target="fonts/font26.fntdata"/><Relationship Id="rId5" Type="http://schemas.openxmlformats.org/officeDocument/2006/relationships/slide" Target="slides/slide2.xml"/><Relationship Id="rId90" Type="http://schemas.openxmlformats.org/officeDocument/2006/relationships/tableStyles" Target="tableStyles.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font" Target="fonts/font24.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9.fntdata"/><Relationship Id="rId80" Type="http://schemas.openxmlformats.org/officeDocument/2006/relationships/font" Target="fonts/font27.fntdata"/><Relationship Id="rId85" Type="http://schemas.openxmlformats.org/officeDocument/2006/relationships/font" Target="fonts/font32.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font" Target="fonts/font22.fntdata"/><Relationship Id="rId83" Type="http://schemas.openxmlformats.org/officeDocument/2006/relationships/font" Target="fonts/font30.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font" Target="fonts/font25.fntdata"/><Relationship Id="rId81" Type="http://schemas.openxmlformats.org/officeDocument/2006/relationships/font" Target="fonts/font28.fntdata"/><Relationship Id="rId86" Type="http://schemas.openxmlformats.org/officeDocument/2006/relationships/font" Target="fonts/font33.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2.fntdata"/><Relationship Id="rId76" Type="http://schemas.openxmlformats.org/officeDocument/2006/relationships/font" Target="fonts/font23.fntdata"/><Relationship Id="rId7" Type="http://schemas.openxmlformats.org/officeDocument/2006/relationships/slide" Target="slides/slide4.xml"/><Relationship Id="rId71" Type="http://schemas.openxmlformats.org/officeDocument/2006/relationships/font" Target="fonts/font18.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13.fntdata"/><Relationship Id="rId87" Type="http://schemas.openxmlformats.org/officeDocument/2006/relationships/presProps" Target="presProps.xml"/><Relationship Id="rId61" Type="http://schemas.openxmlformats.org/officeDocument/2006/relationships/font" Target="fonts/font8.fntdata"/><Relationship Id="rId82" Type="http://schemas.openxmlformats.org/officeDocument/2006/relationships/font" Target="fonts/font29.fntdata"/><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presentation/d/1UJWswc6VxTjOsTeluZ6csnigfKuDyW6Kb16f0mL2Xes/edit#slide=id.ga9469d1f40_0_50"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napoleoncat.com/stats/facebook-users-in-singapore/2020/01#:~:text=There%20were%204%20440%20000,group%20(1%20540%20000)" TargetMode="External"/><Relationship Id="rId7" Type="http://schemas.openxmlformats.org/officeDocument/2006/relationships/hyperlink" Target="https://sproutsocial.com/insights/instagram-vs-facebook/"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napoleoncat.com/stats/instagram-users-in-singapore/2020/01#:~:text=There%20were%202%20069%20000,user%20group%20(830%20000)" TargetMode="External"/><Relationship Id="rId5" Type="http://schemas.openxmlformats.org/officeDocument/2006/relationships/hyperlink" Target="https://www.sphmagazines.com.sg/magazines/hardwarezone-com#:~:text=With%20over%20700%2C000%20members%2C%2045,specialized%20forum%20engagement%20package%20options" TargetMode="External"/><Relationship Id="rId4" Type="http://schemas.openxmlformats.org/officeDocument/2006/relationships/hyperlink" Target="https://mediaonemarketing.com.sg/social-media-marketing-singapore-guide/"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43e4fb13cb_2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g143e4fb13cb_2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rgbClr val="4A8CFF"/>
                </a:solidFill>
              </a:rPr>
              <a:t>good evening, we are team 5 presenting on our final project today.</a:t>
            </a:r>
            <a:endParaRPr>
              <a:solidFill>
                <a:srgbClr val="4A8CFF"/>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u="sng">
                <a:solidFill>
                  <a:schemeClr val="hlink"/>
                </a:solidFill>
                <a:hlinkClick r:id="rId3"/>
              </a:rPr>
              <a:t>https://docs.google.com/presentation/d/1UJWswc6VxTjOsTeluZ6csnigfKuDyW6Kb16f0mL2Xes/edit#slide=id.ga9469d1f40_0_50</a:t>
            </a:r>
            <a:r>
              <a:rPr lang="en"/>
              <a:t> </a:t>
            </a:r>
            <a:endParaRPr/>
          </a:p>
          <a:p>
            <a:pPr marL="0" lvl="0" indent="0" algn="l" rtl="0">
              <a:lnSpc>
                <a:spcPct val="100000"/>
              </a:lnSpc>
              <a:spcBef>
                <a:spcPts val="0"/>
              </a:spcBef>
              <a:spcAft>
                <a:spcPts val="0"/>
              </a:spcAft>
              <a:buSzPts val="1100"/>
              <a:buNone/>
            </a:pPr>
            <a:r>
              <a:rPr lang="en"/>
              <a:t>Skipped: copied slides templates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43e4fb13cb_2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143e4fb13cb_2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4A8CFF"/>
                </a:solidFill>
                <a:highlight>
                  <a:schemeClr val="lt1"/>
                </a:highlight>
                <a:latin typeface="Roboto"/>
                <a:ea typeface="Roboto"/>
                <a:cs typeface="Roboto"/>
                <a:sym typeface="Roboto"/>
              </a:rPr>
              <a:t>these are the contents to be covered.</a:t>
            </a:r>
            <a:endParaRPr>
              <a:solidFill>
                <a:srgbClr val="4A8CFF"/>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endParaRPr sz="1000">
              <a:solidFill>
                <a:schemeClr val="dk1"/>
              </a:solidFill>
              <a:highlight>
                <a:schemeClr val="lt1"/>
              </a:highlight>
            </a:endParaRPr>
          </a:p>
          <a:p>
            <a:pPr marL="457200" lvl="0" indent="-292100" algn="l" rtl="0">
              <a:lnSpc>
                <a:spcPct val="100000"/>
              </a:lnSpc>
              <a:spcBef>
                <a:spcPts val="0"/>
              </a:spcBef>
              <a:spcAft>
                <a:spcPts val="0"/>
              </a:spcAft>
              <a:buClr>
                <a:schemeClr val="dk1"/>
              </a:buClr>
              <a:buSzPts val="1000"/>
              <a:buAutoNum type="arabicPeriod"/>
            </a:pPr>
            <a:r>
              <a:rPr lang="en" sz="1000" b="1">
                <a:solidFill>
                  <a:schemeClr val="dk1"/>
                </a:solidFill>
                <a:highlight>
                  <a:schemeClr val="lt1"/>
                </a:highlight>
              </a:rPr>
              <a:t>Bg (2m15s)</a:t>
            </a:r>
            <a:endParaRPr sz="1000" b="1">
              <a:solidFill>
                <a:schemeClr val="dk1"/>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endParaRPr sz="1000">
              <a:solidFill>
                <a:schemeClr val="dk1"/>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sz="1000">
                <a:solidFill>
                  <a:schemeClr val="dk1"/>
                </a:solidFill>
                <a:highlight>
                  <a:schemeClr val="lt1"/>
                </a:highlight>
              </a:rPr>
              <a:t>15 minute presentation followed by 5 minute Q&amp;A. content should include the following (but not limited to):</a:t>
            </a:r>
            <a:endParaRPr sz="1000">
              <a:solidFill>
                <a:schemeClr val="dk1"/>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Identification of the business problem/opportunity</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Identify any challenges with the data that were encountered and how they were addressed</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Choice of data subset and/or feature selection</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Detailed explanation of choice of the analytics approach used and what insights they provide</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Demonstrate the POC application features</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Discuss what additional steps would be necessary to turn the POC into a full analytics solution</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Potential challenges that may be encountered</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How the benefits of using the application could be measured by the organization</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How the results of the POC provide a competitive edge for the Organization</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Each group will be assessed on their presentation based on the following criteria:</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Problem statement and situation analysis (20%)</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Methodology, identification of assumptions, and analysis approach</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(20%)</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Solution is interactive and user friendly (20)</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Clear and useful recommendations provided by application (20%)</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Oral presentation and handling of Q&amp;A (20</a:t>
            </a:r>
            <a:endParaRPr sz="1000">
              <a:solidFill>
                <a:schemeClr val="dk1"/>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endParaRPr sz="1000">
              <a:solidFill>
                <a:schemeClr val="dk1"/>
              </a:solidFill>
            </a:endParaRPr>
          </a:p>
          <a:p>
            <a:pPr marL="0" lvl="0" indent="0" algn="l" rtl="0">
              <a:lnSpc>
                <a:spcPct val="100000"/>
              </a:lnSpc>
              <a:spcBef>
                <a:spcPts val="0"/>
              </a:spcBef>
              <a:spcAft>
                <a:spcPts val="0"/>
              </a:spcAft>
              <a:buSzPts val="1100"/>
              <a:buNone/>
            </a:pPr>
            <a:endParaRPr b="1">
              <a:solidFill>
                <a:srgbClr val="4A8CFF"/>
              </a:solidFill>
              <a:highlight>
                <a:schemeClr val="lt1"/>
              </a:highlight>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143e4fb13cb_2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g143e4fb13cb_2_1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rgbClr val="4A8CFF"/>
                </a:solidFill>
                <a:highlight>
                  <a:schemeClr val="lt1"/>
                </a:highlight>
                <a:latin typeface="Roboto"/>
                <a:ea typeface="Roboto"/>
                <a:cs typeface="Roboto"/>
                <a:sym typeface="Roboto"/>
              </a:rPr>
              <a:t>i will start by setting the context for our project.</a:t>
            </a:r>
            <a:endParaRPr>
              <a:solidFill>
                <a:srgbClr val="4A8CFF"/>
              </a:solidFill>
              <a:highlight>
                <a:schemeClr val="lt1"/>
              </a:highlight>
              <a:latin typeface="Roboto"/>
              <a:ea typeface="Roboto"/>
              <a:cs typeface="Roboto"/>
              <a:sym typeface="Roboto"/>
            </a:endParaRPr>
          </a:p>
          <a:p>
            <a:pPr marL="0" lvl="0" indent="0" algn="l" rtl="0">
              <a:lnSpc>
                <a:spcPct val="100000"/>
              </a:lnSpc>
              <a:spcBef>
                <a:spcPts val="0"/>
              </a:spcBef>
              <a:spcAft>
                <a:spcPts val="0"/>
              </a:spcAft>
              <a:buSzPts val="1100"/>
              <a:buNone/>
            </a:pPr>
            <a:endParaRPr>
              <a:solidFill>
                <a:srgbClr val="4A8CFF"/>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Identification of the business problem/opportunity</a:t>
            </a:r>
            <a:endParaRPr sz="1000">
              <a:solidFill>
                <a:srgbClr val="202124"/>
              </a:solidFill>
              <a:highlight>
                <a:schemeClr val="lt1"/>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Problem statement and situation analysis (20%)</a:t>
            </a:r>
            <a:endParaRPr>
              <a:solidFill>
                <a:srgbClr val="4A8CFF"/>
              </a:solidFill>
              <a:highlight>
                <a:schemeClr val="lt1"/>
              </a:highlight>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43e4fb13cb_1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g143e4fb13cb_1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rgbClr val="4A8CFF"/>
                </a:solidFill>
              </a:rPr>
              <a:t>We are stocksense, a fictional consulting company that aims to create innovative solutions for asset managers who manage investments on the behalf of others.</a:t>
            </a:r>
            <a:endParaRPr>
              <a:solidFill>
                <a:srgbClr val="4A8CFF"/>
              </a:solidFill>
            </a:endParaRPr>
          </a:p>
          <a:p>
            <a:pPr marL="0" lvl="0" indent="0" algn="l" rtl="0">
              <a:lnSpc>
                <a:spcPct val="100000"/>
              </a:lnSpc>
              <a:spcBef>
                <a:spcPts val="0"/>
              </a:spcBef>
              <a:spcAft>
                <a:spcPts val="0"/>
              </a:spcAft>
              <a:buSzPts val="1100"/>
              <a:buNone/>
            </a:pPr>
            <a:r>
              <a:rPr lang="en">
                <a:solidFill>
                  <a:srgbClr val="4A8CFF"/>
                </a:solidFill>
              </a:rPr>
              <a:t>For Asset Managers, their main role is to determine investments to make, with the goal of growing portfolios while mitigating risk.</a:t>
            </a:r>
            <a:endParaRPr>
              <a:solidFill>
                <a:srgbClr val="4A8CFF"/>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i="1"/>
              <a:t>An asset manager – using stock and fund data to create an interactive application that supports analysis of financial instruments and portfolios (something that goes above and beyond basic technical analysis charting)</a:t>
            </a:r>
            <a:endParaRPr i="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3e4fb13cb_2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g143e4fb13cb_2_2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4A8CFF"/>
                </a:solidFill>
                <a:highlight>
                  <a:schemeClr val="lt1"/>
                </a:highlight>
              </a:rPr>
              <a:t>Our target audience are New Age Investors as there is a surge in </a:t>
            </a:r>
            <a:r>
              <a:rPr lang="en">
                <a:solidFill>
                  <a:srgbClr val="4A8CFF"/>
                </a:solidFill>
              </a:rPr>
              <a:t>popularity of self-directed investing due to the increased social media presences of trading and the use of trading bots to manage an individual’s funds. Many individuals are making investing decisions by themselves in hopes for higher returns. However, most of them lack knowledge in analysing the market trends or technical analysis skills, and as such, often fail to make informed decisions, resulting in losses. </a:t>
            </a:r>
            <a:endParaRPr>
              <a:solidFill>
                <a:srgbClr val="4A8CFF"/>
              </a:solidFill>
            </a:endParaRPr>
          </a:p>
          <a:p>
            <a:pPr marL="0" lvl="0" indent="0" algn="l" rtl="0">
              <a:lnSpc>
                <a:spcPct val="115000"/>
              </a:lnSpc>
              <a:spcBef>
                <a:spcPts val="0"/>
              </a:spcBef>
              <a:spcAft>
                <a:spcPts val="0"/>
              </a:spcAft>
              <a:buClr>
                <a:schemeClr val="dk1"/>
              </a:buClr>
              <a:buSzPts val="1100"/>
              <a:buFont typeface="Arial"/>
              <a:buNone/>
            </a:pPr>
            <a:r>
              <a:rPr lang="en">
                <a:solidFill>
                  <a:srgbClr val="4A8CFF"/>
                </a:solidFill>
              </a:rPr>
              <a:t>Another trend we observed is that they are also relying heavily on social media influence and not doing their due diligence before investing.</a:t>
            </a:r>
            <a:endParaRPr>
              <a:solidFill>
                <a:srgbClr val="4A8CFF"/>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highlight>
                  <a:schemeClr val="lt1"/>
                </a:highlight>
              </a:rPr>
              <a:t>after losing clients to competitors, Our client company is Considering new methods and have sought us to help to that end.</a:t>
            </a:r>
            <a:endParaRPr>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highlight>
                  <a:schemeClr val="lt1"/>
                </a:highlight>
              </a:rPr>
              <a:t>They have been using traditional methods, for example fundamental analyses like studying a company's background, and technical analysis such as RSI. They have tried as much as possible to understand market sentiment by using sentiment indicators and keeping up with news, forums &amp; social media</a:t>
            </a:r>
            <a:endParaRPr>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trike="sngStrike">
                <a:solidFill>
                  <a:schemeClr val="dk1"/>
                </a:solidFill>
                <a:highlight>
                  <a:schemeClr val="lt1"/>
                </a:highlight>
              </a:rPr>
              <a:t>Our investment company is one that Has been using traditional methods, for example fundamental analyses like studying a company's background, and technical analysis such as RSI. They have tried as much as possible to understand market sentiment by using sentiment indicators and keeping up with news, forums &amp; social media. However, after losing clients to competitors, they are Considering new methods and have sought us to help to that end.</a:t>
            </a:r>
            <a:endParaRPr strike="sngStrike">
              <a:solidFill>
                <a:schemeClr val="dk1"/>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Technical analysis e.g. RSI, Stochastic</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 news, forums &amp; social media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business context first then why they need us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been using traditional analysis But not earning much</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then they saw opportunities of stock volume/prices being affected</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Mainly analyses sentiments of the market for investments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Clients believe that sentiments are an important factors in moving the market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143e4fb13cb_2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g143e4fb13cb_2_2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4A8CFF"/>
                </a:solidFill>
              </a:rPr>
              <a:t>To be more specific, we can break down the current problems that our new age investors face in more details. Given that we consider ourselves in this target audience as well, we find that most of their problems stem from the lack of sentiment analysis as well as incorrect predictions.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The first major issue is the slow speed when conducting manual sentiment analysis, and that is due to the presence of information overload and the lack of automated resources by individuals. As such, the time taken to collect all these data would already suggest that they are late to join or exit the market. </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Secondly, with the rising trend of online retail investors, individuals can contribute in the shift of market prices. The sentiment of these individuals cannot be captured through the news. There is a need for an alternative source of information.</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Lastly, predictions based on historical prices are challenging. the effect of these sentiment values and their correlation compared to the stocks cannot be determined easily, and it is hard to integrate findings with general price predictions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strike="sngStrike">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chemeClr val="dk1"/>
                </a:solidFill>
              </a:rPr>
              <a:t>These are the challenges we identified for the company. Firstly, due to the overload of information, it has become Especially hard to combine findings from manual reading of media platforms with technical analysis.</a:t>
            </a:r>
            <a:endParaRPr strike="sngStrike">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chemeClr val="dk1"/>
                </a:solidFill>
              </a:rPr>
              <a:t>Secondly, it is important to stay updated, Yet, statistics for fundamental analysis only comes out once a quarter, making it hard for the company to keep up.</a:t>
            </a:r>
            <a:endParaRPr strike="sngStrike">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chemeClr val="dk1"/>
                </a:solidFill>
              </a:rPr>
              <a:t>Lastly, there is the need for an x-factor as almost all companies are already doing what this company is doing with the tools provided out there, namely fundamental analysis, technical analysis &amp; manual reading of media platforms. Hence, it becomes hard to differentiate from competitors. </a:t>
            </a:r>
            <a:endParaRPr strike="sngStrike">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chemeClr val="dk1"/>
                </a:solidFill>
              </a:rPr>
              <a:t>Hence, they are seeking novel ways to stand out. (competitive advantage)</a:t>
            </a:r>
            <a:endParaRPr strike="sngStrike">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trike="sngStrike">
              <a:solidFill>
                <a:srgbClr val="4A8CFF"/>
              </a:solidFill>
            </a:endParaRPr>
          </a:p>
          <a:p>
            <a:pPr marL="0" lvl="0" indent="0" algn="l" rtl="0">
              <a:lnSpc>
                <a:spcPct val="100000"/>
              </a:lnSpc>
              <a:spcBef>
                <a:spcPts val="0"/>
              </a:spcBef>
              <a:spcAft>
                <a:spcPts val="0"/>
              </a:spcAft>
              <a:buSzPts val="1100"/>
              <a:buNone/>
            </a:pPr>
            <a:r>
              <a:rPr lang="en" strike="sngStrike"/>
              <a:t>Sentiment -&gt; need a lot time to read news etc, and collate and understand them</a:t>
            </a:r>
            <a:endParaRPr strike="sngStrike"/>
          </a:p>
          <a:p>
            <a:pPr marL="0" lvl="0" indent="0" algn="l" rtl="0">
              <a:lnSpc>
                <a:spcPct val="100000"/>
              </a:lnSpc>
              <a:spcBef>
                <a:spcPts val="0"/>
              </a:spcBef>
              <a:spcAft>
                <a:spcPts val="0"/>
              </a:spcAft>
              <a:buSzPts val="1100"/>
              <a:buNone/>
            </a:pPr>
            <a:r>
              <a:rPr lang="en" strike="sngStrike"/>
              <a:t>Hard to combine findings from manually reading of news/twitters with technical analysis </a:t>
            </a:r>
            <a:endParaRPr strike="sngStrike"/>
          </a:p>
          <a:p>
            <a:pPr marL="0" lvl="0" indent="0" algn="l" rtl="0">
              <a:lnSpc>
                <a:spcPct val="100000"/>
              </a:lnSpc>
              <a:spcBef>
                <a:spcPts val="0"/>
              </a:spcBef>
              <a:spcAft>
                <a:spcPts val="0"/>
              </a:spcAft>
              <a:buSzPts val="1100"/>
              <a:buNone/>
            </a:pPr>
            <a:endParaRPr strike="sngStrike"/>
          </a:p>
          <a:p>
            <a:pPr marL="0" lvl="0" indent="0" algn="l" rtl="0">
              <a:lnSpc>
                <a:spcPct val="100000"/>
              </a:lnSpc>
              <a:spcBef>
                <a:spcPts val="0"/>
              </a:spcBef>
              <a:spcAft>
                <a:spcPts val="0"/>
              </a:spcAft>
              <a:buSzPts val="1100"/>
              <a:buNone/>
            </a:pPr>
            <a:r>
              <a:rPr lang="en" strike="sngStrike"/>
              <a:t>Fundamental analysis -&gt; only comes out once a quarter. dh timeseries/ much thing to analyse</a:t>
            </a:r>
            <a:endParaRPr strike="sngStrike"/>
          </a:p>
          <a:p>
            <a:pPr marL="0" lvl="0" indent="0" algn="l" rtl="0">
              <a:lnSpc>
                <a:spcPct val="100000"/>
              </a:lnSpc>
              <a:spcBef>
                <a:spcPts val="0"/>
              </a:spcBef>
              <a:spcAft>
                <a:spcPts val="0"/>
              </a:spcAft>
              <a:buSzPts val="1100"/>
              <a:buNone/>
            </a:pPr>
            <a:endParaRPr strike="sngStrike"/>
          </a:p>
          <a:p>
            <a:pPr marL="0" lvl="0" indent="0" algn="l" rtl="0">
              <a:lnSpc>
                <a:spcPct val="100000"/>
              </a:lnSpc>
              <a:spcBef>
                <a:spcPts val="0"/>
              </a:spcBef>
              <a:spcAft>
                <a:spcPts val="0"/>
              </a:spcAft>
              <a:buSzPts val="1100"/>
              <a:buNone/>
            </a:pPr>
            <a:r>
              <a:rPr lang="en" strike="sngStrike"/>
              <a:t>Technical analysis -&gt; everyone do</a:t>
            </a:r>
            <a:endParaRPr strike="sngStrike"/>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43e4fb13cb_2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0" name="Google Shape;450;g143e4fb13cb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rgbClr val="4A8CFF"/>
                </a:solidFill>
              </a:rPr>
              <a:t>Given the problems mentioned in the previous slide, we aim to tackle the problems through the use of sentiment analysis of social media platforms &amp; news outlets, combined with price prediction and machine learning, so that the clients and bankers can make more better informed decisions faster and more accurately.</a:t>
            </a:r>
            <a:endParaRPr>
              <a:solidFill>
                <a:srgbClr val="4A8CFF"/>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143e4fb13cb_2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g143e4fb13cb_2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On a high level, our solution specialise in crafting a modern solution for wealth management by managing investments for bankers efficiently through our sentiment analysis coupled with our price prediction models and growing clients’ portfolios consistently with accurate prediction results. As such, the role of our solution is simply to determine what investments to make and as a result, grow clients’ portfolios while mitigating risk</a:t>
            </a:r>
            <a:endParaRPr i="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43e4fb13cb_2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g143e4fb13cb_2_2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We chose to analyse social media as In this era of Big Data, the comments of social media users are freely accessible and can serve as a fast and cheap methods of extracting meaningful information that supports real time stock market changes.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trike="sngStrike">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143e4fb13cb_2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g143e4fb13cb_2_2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Additionally, using Machine Learning, we can speed up the sentiment analysis and accurately predict stock prices faster. Moreover, it provides faster computation compared to manual analysis.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43e4fb13cb_2_2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g143e4fb13cb_2_2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highlight>
                  <a:schemeClr val="lt1"/>
                </a:highlight>
              </a:rPr>
              <a:t>Now i will be sharing about the data that we have used for our sentiment analysis and price prediction models</a:t>
            </a:r>
            <a:endParaRPr>
              <a:solidFill>
                <a:schemeClr val="dk1"/>
              </a:solidFill>
              <a:highlight>
                <a:schemeClr val="lt1"/>
              </a:high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143e4fb13cb_2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g143e4fb13cb_2_2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highlight>
                  <a:schemeClr val="lt1"/>
                </a:highlight>
              </a:rPr>
              <a:t>We have scraped data for prices from yahoo finance which is used to do our price prediction. </a:t>
            </a: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r>
              <a:rPr lang="en">
                <a:solidFill>
                  <a:schemeClr val="dk1"/>
                </a:solidFill>
                <a:highlight>
                  <a:schemeClr val="lt1"/>
                </a:highlight>
              </a:rPr>
              <a:t>We also scraped content from various sources like google news api, twitter, reddit and stocktwits. </a:t>
            </a: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r>
              <a:rPr lang="en">
                <a:solidFill>
                  <a:schemeClr val="dk1"/>
                </a:solidFill>
                <a:highlight>
                  <a:schemeClr val="lt1"/>
                </a:highlight>
              </a:rPr>
              <a:t>These data were used to conduct our sentiment analysis for stocks</a:t>
            </a: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 our data subset, we initially wanted to scrape 1 year worth of data for accuracy but considering the amount of time needed to scrape the data, we decided to scrape 9 months worth of data instead.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chose 9 months as 6 months worth of data is too little to achieve good accuracy and have meaningful correlation scores.</a:t>
            </a:r>
            <a:endParaRPr>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143e4fb13cb_2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2" name="Google Shape;512;g143e4fb13cb_2_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For our data, we have set certain criteria when scraping from each sources to ensure that we scrape the data that contain more sentiment value.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For example, for Stocktwits, we made sure to collect only </a:t>
            </a:r>
            <a:r>
              <a:rPr lang="en">
                <a:solidFill>
                  <a:schemeClr val="dk1"/>
                </a:solidFill>
              </a:rPr>
              <a:t>content with more than 5 words, likes more than 200, followers more than 50 and reshare more than 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143e4fb13cb_2_3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g143e4fb13cb_2_3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We wanted a diversity of stocks hence we have chosen these stocks. </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We focused on some stocks with big names like apple, tesla and microsoft. </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For the small cap stocks we have chosen ater and vxrt and etfs with ark and russell 1000</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Next we’ll talk about how our solution make use of these data to produce results.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43e4fb13cb_2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0" name="Google Shape;590;g143e4fb13cb_2_3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Our group has faced several challenges when working with our data.</a:t>
            </a:r>
            <a:endParaRPr/>
          </a:p>
          <a:p>
            <a:pPr marL="0" lvl="0" indent="0" algn="l" rtl="0">
              <a:lnSpc>
                <a:spcPct val="100000"/>
              </a:lnSpc>
              <a:spcBef>
                <a:spcPts val="0"/>
              </a:spcBef>
              <a:spcAft>
                <a:spcPts val="0"/>
              </a:spcAft>
              <a:buClr>
                <a:schemeClr val="dk1"/>
              </a:buClr>
              <a:buSzPts val="1100"/>
              <a:buFont typeface="Arial"/>
              <a:buNone/>
            </a:pPr>
            <a:r>
              <a:rPr lang="en"/>
              <a:t>FIrstly, Inconsistencies between sources</a:t>
            </a:r>
            <a:endParaRPr/>
          </a:p>
          <a:p>
            <a:pPr marL="457200" lvl="0" indent="-298450" algn="l" rtl="0">
              <a:lnSpc>
                <a:spcPct val="100000"/>
              </a:lnSpc>
              <a:spcBef>
                <a:spcPts val="0"/>
              </a:spcBef>
              <a:spcAft>
                <a:spcPts val="0"/>
              </a:spcAft>
              <a:buSzPts val="1100"/>
              <a:buChar char="●"/>
            </a:pPr>
            <a:r>
              <a:rPr lang="en"/>
              <a:t>We have Data in different format especially datetime, and the solution to that is to standardize them before conducting analysis</a:t>
            </a:r>
            <a:endParaRPr/>
          </a:p>
          <a:p>
            <a:pPr marL="457200" lvl="0" indent="-298450" algn="l" rtl="0">
              <a:lnSpc>
                <a:spcPct val="100000"/>
              </a:lnSpc>
              <a:spcBef>
                <a:spcPts val="0"/>
              </a:spcBef>
              <a:spcAft>
                <a:spcPts val="0"/>
              </a:spcAft>
              <a:buSzPts val="1100"/>
              <a:buChar char="●"/>
            </a:pPr>
            <a:r>
              <a:rPr lang="en"/>
              <a:t>Different sources required different criteria e.g. twitter where followers are set to be more than 50. To tackle this, we wrote a specific scrape script for each sources</a:t>
            </a:r>
            <a:endParaRPr/>
          </a:p>
          <a:p>
            <a:pPr marL="457200" lvl="0" indent="-298450" algn="l" rtl="0">
              <a:lnSpc>
                <a:spcPct val="100000"/>
              </a:lnSpc>
              <a:spcBef>
                <a:spcPts val="0"/>
              </a:spcBef>
              <a:spcAft>
                <a:spcPts val="0"/>
              </a:spcAft>
              <a:buSzPts val="1100"/>
              <a:buChar char="●"/>
            </a:pPr>
            <a:r>
              <a:rPr lang="en"/>
              <a:t>For Reddit, there are both comments and posts hence we need to scrape separately</a:t>
            </a:r>
            <a:endParaRPr/>
          </a:p>
          <a:p>
            <a:pPr marL="457200" lvl="0" indent="-298450" algn="l" rtl="0">
              <a:lnSpc>
                <a:spcPct val="100000"/>
              </a:lnSpc>
              <a:spcBef>
                <a:spcPts val="0"/>
              </a:spcBef>
              <a:spcAft>
                <a:spcPts val="0"/>
              </a:spcAft>
              <a:buSzPts val="1100"/>
              <a:buChar char="●"/>
            </a:pPr>
            <a:r>
              <a:rPr lang="en"/>
              <a:t>And Social sentiment data includes the weekend while stock prices do not include. So what our group did was to do a weighted sentiment between them with monday</a:t>
            </a:r>
            <a:endParaRPr/>
          </a:p>
          <a:p>
            <a:pPr marL="0" lvl="0" indent="0" algn="l" rtl="0">
              <a:lnSpc>
                <a:spcPct val="100000"/>
              </a:lnSpc>
              <a:spcBef>
                <a:spcPts val="0"/>
              </a:spcBef>
              <a:spcAft>
                <a:spcPts val="0"/>
              </a:spcAft>
              <a:buClr>
                <a:schemeClr val="dk1"/>
              </a:buClr>
              <a:buSzPts val="1100"/>
              <a:buFont typeface="Arial"/>
              <a:buNone/>
            </a:pPr>
            <a:r>
              <a:rPr lang="en"/>
              <a:t>Secondly, Dirty data : All our data are messy and required cleaning → thus, we wrote a script to clean them</a:t>
            </a:r>
            <a:endParaRPr/>
          </a:p>
          <a:p>
            <a:pPr marL="0" lvl="0" indent="0" algn="l" rtl="0">
              <a:lnSpc>
                <a:spcPct val="100000"/>
              </a:lnSpc>
              <a:spcBef>
                <a:spcPts val="0"/>
              </a:spcBef>
              <a:spcAft>
                <a:spcPts val="0"/>
              </a:spcAft>
              <a:buClr>
                <a:schemeClr val="dk1"/>
              </a:buClr>
              <a:buSzPts val="1100"/>
              <a:buFont typeface="Arial"/>
              <a:buNone/>
            </a:pPr>
            <a:r>
              <a:rPr lang="en"/>
              <a:t>Thirdly, the Size of the data: The large amount of social media sentiment data takes a long time to scrape, clean and arrive with sentiments. The solution for this is that we factor the time constraint into our schedule but setting a time limit of 1 week to scrape the data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143e4fb13cb_2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7" name="Google Shape;607;g143e4fb13cb_2_3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For our data subset, we have scraped data from 1st january 2021 to 30th september 2021</a:t>
            </a:r>
            <a:endParaRPr/>
          </a:p>
          <a:p>
            <a:pPr marL="0" lvl="0" indent="0" algn="l" rtl="0">
              <a:lnSpc>
                <a:spcPct val="100000"/>
              </a:lnSpc>
              <a:spcBef>
                <a:spcPts val="0"/>
              </a:spcBef>
              <a:spcAft>
                <a:spcPts val="0"/>
              </a:spcAft>
              <a:buClr>
                <a:schemeClr val="dk1"/>
              </a:buClr>
              <a:buSzPts val="1100"/>
              <a:buFont typeface="Arial"/>
              <a:buNone/>
            </a:pPr>
            <a:r>
              <a:rPr lang="en"/>
              <a:t>The reason Why did we chose to scrape this amount of data is because we wanted to go for one year worth of data for accuracy, but considering the amount of time needed to scrape the data, we decided to go for ¾ of the year as 6 months worth of data is too little to achieve good accuracy and have meaningful correlation scores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143e4fb13cb_2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2" name="Google Shape;622;g143e4fb13cb_2_3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Now that we have a pipeline set up for our solution, we need to ensure that our solution can actually work and produce good result —&gt; as such, we will analyse the results produced by our models…</a:t>
            </a:r>
            <a:endParaRPr sz="1000">
              <a:solidFill>
                <a:srgbClr val="202124"/>
              </a:solidFill>
              <a:highlight>
                <a:schemeClr val="lt1"/>
              </a:highlight>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43e4fb13cb_2_3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9" name="Google Shape;629;g143e4fb13cb_2_3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For our solution we will be conducting sentimental analysis to see if there is a correlation with stock market prices and volumes.</a:t>
            </a:r>
            <a:endParaRPr/>
          </a:p>
          <a:p>
            <a:pPr marL="0" lvl="0" indent="0" algn="l" rtl="0">
              <a:lnSpc>
                <a:spcPct val="100000"/>
              </a:lnSpc>
              <a:spcBef>
                <a:spcPts val="0"/>
              </a:spcBef>
              <a:spcAft>
                <a:spcPts val="0"/>
              </a:spcAft>
              <a:buSzPts val="1100"/>
              <a:buNone/>
            </a:pPr>
            <a:r>
              <a:rPr lang="en"/>
              <a:t>A</a:t>
            </a:r>
            <a:r>
              <a:rPr lang="en">
                <a:solidFill>
                  <a:schemeClr val="dk1"/>
                </a:solidFill>
              </a:rPr>
              <a:t>s doing sentiment analysis alone is not sufficient, we will be using technical analysis to validate the result from sentimental analysis.</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After getting the results from these analysis, it will then be displayed on the dashboard to help asset manager in decision making.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43e4fb13cb_2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0" name="Google Shape;640;g143e4fb13cb_2_4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202124"/>
                </a:solidFill>
                <a:highlight>
                  <a:schemeClr val="lt1"/>
                </a:highlight>
              </a:rPr>
              <a:t>We have 3 main analysis steps</a:t>
            </a:r>
            <a:endParaRPr>
              <a:solidFill>
                <a:srgbClr val="202124"/>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a:solidFill>
                  <a:srgbClr val="202124"/>
                </a:solidFill>
                <a:highlight>
                  <a:schemeClr val="lt1"/>
                </a:highlight>
              </a:rPr>
              <a:t>For our first step,</a:t>
            </a:r>
            <a:endParaRPr>
              <a:solidFill>
                <a:srgbClr val="202124"/>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a:solidFill>
                  <a:srgbClr val="202124"/>
                </a:solidFill>
                <a:highlight>
                  <a:schemeClr val="lt1"/>
                </a:highlight>
              </a:rPr>
              <a:t>- we have conducted preliminary data cleaning &amp; analysis,</a:t>
            </a:r>
            <a:endParaRPr>
              <a:solidFill>
                <a:srgbClr val="202124"/>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a:solidFill>
                  <a:srgbClr val="202124"/>
                </a:solidFill>
                <a:highlight>
                  <a:schemeClr val="lt1"/>
                </a:highlight>
              </a:rPr>
              <a:t>- we have extracted comments for 2 stocks and</a:t>
            </a:r>
            <a:endParaRPr>
              <a:solidFill>
                <a:srgbClr val="202124"/>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a:solidFill>
                  <a:srgbClr val="202124"/>
                </a:solidFill>
                <a:highlight>
                  <a:schemeClr val="lt1"/>
                </a:highlight>
              </a:rPr>
              <a:t>- we be conducting classification to check if the comments are useful using these 3models - regression, random forest, naive bayes </a:t>
            </a:r>
            <a:endParaRPr>
              <a:solidFill>
                <a:srgbClr val="202124"/>
              </a:solidFill>
              <a:highlight>
                <a:schemeClr val="lt1"/>
              </a:highlight>
            </a:endParaRPr>
          </a:p>
          <a:p>
            <a:pPr marL="0" lvl="0" indent="0" algn="l" rtl="0">
              <a:lnSpc>
                <a:spcPct val="100000"/>
              </a:lnSpc>
              <a:spcBef>
                <a:spcPts val="0"/>
              </a:spcBef>
              <a:spcAft>
                <a:spcPts val="0"/>
              </a:spcAft>
              <a:buClr>
                <a:schemeClr val="dk1"/>
              </a:buClr>
              <a:buSzPts val="1100"/>
              <a:buFont typeface="Arial"/>
              <a:buNone/>
            </a:pPr>
            <a:r>
              <a:rPr lang="en"/>
              <a:t>The next step will be applying our models</a:t>
            </a:r>
            <a:endParaRPr/>
          </a:p>
          <a:p>
            <a:pPr marL="457200" lvl="0" indent="-298450" algn="l" rtl="0">
              <a:lnSpc>
                <a:spcPct val="100000"/>
              </a:lnSpc>
              <a:spcBef>
                <a:spcPts val="0"/>
              </a:spcBef>
              <a:spcAft>
                <a:spcPts val="0"/>
              </a:spcAft>
              <a:buSzPts val="1100"/>
              <a:buChar char="-"/>
            </a:pPr>
            <a:r>
              <a:rPr lang="en"/>
              <a:t>For sentimental analysis we will use unigram and arima model to get the sentiment scores</a:t>
            </a:r>
            <a:endParaRPr/>
          </a:p>
          <a:p>
            <a:pPr marL="457200" lvl="0" indent="-298450" algn="l" rtl="0">
              <a:lnSpc>
                <a:spcPct val="100000"/>
              </a:lnSpc>
              <a:spcBef>
                <a:spcPts val="0"/>
              </a:spcBef>
              <a:spcAft>
                <a:spcPts val="0"/>
              </a:spcAft>
              <a:buSzPts val="1100"/>
              <a:buChar char="-"/>
            </a:pPr>
            <a:r>
              <a:rPr lang="en"/>
              <a:t>We will also be using technical analysis on prices, volume and moving average</a:t>
            </a:r>
            <a:endParaRPr/>
          </a:p>
          <a:p>
            <a:pPr marL="457200" lvl="0" indent="-298450" algn="l" rtl="0">
              <a:lnSpc>
                <a:spcPct val="100000"/>
              </a:lnSpc>
              <a:spcBef>
                <a:spcPts val="0"/>
              </a:spcBef>
              <a:spcAft>
                <a:spcPts val="0"/>
              </a:spcAft>
              <a:buSzPts val="1100"/>
              <a:buChar char="-"/>
            </a:pPr>
            <a:r>
              <a:rPr lang="en"/>
              <a:t>For predicting of future prices and market trends we will be using multi linear regression </a:t>
            </a:r>
            <a:r>
              <a:rPr lang="en">
                <a:solidFill>
                  <a:schemeClr val="dk1"/>
                </a:solidFill>
              </a:rPr>
              <a:t>(to spot possible market crash/spikes)</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Our last step will be conducting correlation analysis of sentimental analysis with price and other metrics like volume and volatility</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We will also be summarizing and interpreting result for decision making</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a:t>
            </a:r>
            <a:endParaRPr/>
          </a:p>
          <a:p>
            <a:pPr marL="0" lvl="0" indent="0" algn="l" rtl="0">
              <a:lnSpc>
                <a:spcPct val="100000"/>
              </a:lnSpc>
              <a:spcBef>
                <a:spcPts val="0"/>
              </a:spcBef>
              <a:spcAft>
                <a:spcPts val="0"/>
              </a:spcAft>
              <a:buSzPts val="1100"/>
              <a:buNone/>
            </a:pPr>
            <a:r>
              <a:rPr lang="en">
                <a:solidFill>
                  <a:schemeClr val="dk1"/>
                </a:solidFill>
              </a:rPr>
              <a:t>Choose 3 stocks and extract out the features of the text</a:t>
            </a:r>
            <a:endParaRPr/>
          </a:p>
          <a:p>
            <a:pPr marL="457200" lvl="0" indent="-298450" algn="l" rtl="0">
              <a:lnSpc>
                <a:spcPct val="100000"/>
              </a:lnSpc>
              <a:spcBef>
                <a:spcPts val="0"/>
              </a:spcBef>
              <a:spcAft>
                <a:spcPts val="0"/>
              </a:spcAft>
              <a:buSzPts val="1100"/>
              <a:buAutoNum type="arabicPeriod"/>
            </a:pPr>
            <a:r>
              <a:rPr lang="en"/>
              <a:t>News and Social media posts </a:t>
            </a:r>
            <a:endParaRPr/>
          </a:p>
          <a:p>
            <a:pPr marL="914400" lvl="1" indent="-298450" algn="l" rtl="0">
              <a:lnSpc>
                <a:spcPct val="100000"/>
              </a:lnSpc>
              <a:spcBef>
                <a:spcPts val="0"/>
              </a:spcBef>
              <a:spcAft>
                <a:spcPts val="0"/>
              </a:spcAft>
              <a:buSzPts val="1100"/>
              <a:buAutoNum type="alphaLcPeriod"/>
            </a:pPr>
            <a:r>
              <a:rPr lang="en"/>
              <a:t>1 years</a:t>
            </a:r>
            <a:endParaRPr/>
          </a:p>
          <a:p>
            <a:pPr marL="914400" lvl="1" indent="-298450" algn="l" rtl="0">
              <a:lnSpc>
                <a:spcPct val="100000"/>
              </a:lnSpc>
              <a:spcBef>
                <a:spcPts val="0"/>
              </a:spcBef>
              <a:spcAft>
                <a:spcPts val="0"/>
              </a:spcAft>
              <a:buSzPts val="1100"/>
              <a:buAutoNum type="alphaLcPeriod"/>
            </a:pPr>
            <a:r>
              <a:rPr lang="en"/>
              <a:t>2 years </a:t>
            </a:r>
            <a:endParaRPr/>
          </a:p>
          <a:p>
            <a:pPr marL="0" lvl="0" indent="0" algn="l" rtl="0">
              <a:lnSpc>
                <a:spcPct val="100000"/>
              </a:lnSpc>
              <a:spcBef>
                <a:spcPts val="0"/>
              </a:spcBef>
              <a:spcAft>
                <a:spcPts val="0"/>
              </a:spcAft>
              <a:buClr>
                <a:schemeClr val="dk1"/>
              </a:buClr>
              <a:buSzPts val="1100"/>
              <a:buFont typeface="Arial"/>
              <a:buNone/>
            </a:pPr>
            <a:r>
              <a:rPr lang="en"/>
              <a:t>Classification - see if comments valuable or not</a:t>
            </a:r>
            <a:endParaRPr/>
          </a:p>
          <a:p>
            <a:pPr marL="0" lvl="0" indent="0" algn="l" rtl="0">
              <a:lnSpc>
                <a:spcPct val="100000"/>
              </a:lnSpc>
              <a:spcBef>
                <a:spcPts val="0"/>
              </a:spcBef>
              <a:spcAft>
                <a:spcPts val="0"/>
              </a:spcAft>
              <a:buClr>
                <a:schemeClr val="dk1"/>
              </a:buClr>
              <a:buSzPts val="1100"/>
              <a:buFont typeface="Arial"/>
              <a:buNone/>
            </a:pPr>
            <a:r>
              <a:rPr lang="en"/>
              <a:t>Sentiment analysis on “valuable” comments to get sentiment scores</a:t>
            </a:r>
            <a:endParaRPr/>
          </a:p>
          <a:p>
            <a:pPr marL="0" lvl="0" indent="0" algn="l" rtl="0">
              <a:lnSpc>
                <a:spcPct val="100000"/>
              </a:lnSpc>
              <a:spcBef>
                <a:spcPts val="0"/>
              </a:spcBef>
              <a:spcAft>
                <a:spcPts val="0"/>
              </a:spcAft>
              <a:buClr>
                <a:schemeClr val="dk1"/>
              </a:buClr>
              <a:buSzPts val="1100"/>
              <a:buFont typeface="Arial"/>
              <a:buNone/>
            </a:pPr>
            <a:r>
              <a:rPr lang="en"/>
              <a:t>Correlation analysis with price and other metrics like volatility</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r>
              <a:rPr lang="en"/>
              <a:t>Predict future stock prices with results from the different features - sentiment, volatility, ???</a:t>
            </a:r>
            <a:endParaRPr/>
          </a:p>
          <a:p>
            <a:pPr marL="0" lvl="0" indent="0" algn="l" rtl="0">
              <a:lnSpc>
                <a:spcPct val="100000"/>
              </a:lnSpc>
              <a:spcBef>
                <a:spcPts val="0"/>
              </a:spcBef>
              <a:spcAft>
                <a:spcPts val="0"/>
              </a:spcAft>
              <a:buSzPts val="1100"/>
              <a:buNone/>
            </a:pPr>
            <a:r>
              <a:rPr lang="en"/>
              <a:t>---</a:t>
            </a:r>
            <a:endParaRPr/>
          </a:p>
          <a:p>
            <a:pPr marL="0" lvl="0" indent="0" algn="l" rtl="0">
              <a:lnSpc>
                <a:spcPct val="100000"/>
              </a:lnSpc>
              <a:spcBef>
                <a:spcPts val="0"/>
              </a:spcBef>
              <a:spcAft>
                <a:spcPts val="0"/>
              </a:spcAft>
              <a:buClr>
                <a:schemeClr val="dk1"/>
              </a:buClr>
              <a:buSzPts val="1100"/>
              <a:buFont typeface="Arial"/>
              <a:buNone/>
            </a:pPr>
            <a:r>
              <a:rPr lang="en" sz="1000" i="1">
                <a:solidFill>
                  <a:srgbClr val="202124"/>
                </a:solidFill>
                <a:highlight>
                  <a:schemeClr val="lt1"/>
                </a:highlight>
              </a:rPr>
              <a:t>outline the steps planned for performing the analysis &amp; T</a:t>
            </a:r>
            <a:endParaRPr/>
          </a:p>
          <a:p>
            <a:pPr marL="0" lvl="0" indent="0" algn="l" rtl="0">
              <a:lnSpc>
                <a:spcPct val="100000"/>
              </a:lnSpc>
              <a:spcBef>
                <a:spcPts val="0"/>
              </a:spcBef>
              <a:spcAft>
                <a:spcPts val="0"/>
              </a:spcAft>
              <a:buClr>
                <a:schemeClr val="dk1"/>
              </a:buClr>
              <a:buSzPts val="1100"/>
              <a:buFont typeface="Arial"/>
              <a:buNone/>
            </a:pPr>
            <a:r>
              <a:rPr lang="en"/>
              <a:t>Extract the features of the text</a:t>
            </a:r>
            <a:endParaRPr/>
          </a:p>
          <a:p>
            <a:pPr marL="0" lvl="0" indent="0" algn="l" rtl="0">
              <a:lnSpc>
                <a:spcPct val="100000"/>
              </a:lnSpc>
              <a:spcBef>
                <a:spcPts val="0"/>
              </a:spcBef>
              <a:spcAft>
                <a:spcPts val="0"/>
              </a:spcAft>
              <a:buClr>
                <a:schemeClr val="dk1"/>
              </a:buClr>
              <a:buSzPts val="1100"/>
              <a:buFont typeface="Arial"/>
              <a:buNone/>
            </a:pPr>
            <a:r>
              <a:rPr lang="en"/>
              <a:t>Models - separate classification, determine if good/bad comment - supervised learning based a dataset we labelled ourselves - data will be based on the past 6 months </a:t>
            </a:r>
            <a:endParaRPr/>
          </a:p>
          <a:p>
            <a:pPr marL="457200" lvl="0" indent="-298450" algn="l" rtl="0">
              <a:lnSpc>
                <a:spcPct val="100000"/>
              </a:lnSpc>
              <a:spcBef>
                <a:spcPts val="0"/>
              </a:spcBef>
              <a:spcAft>
                <a:spcPts val="0"/>
              </a:spcAft>
              <a:buSzPts val="1100"/>
              <a:buChar char="●"/>
            </a:pPr>
            <a:r>
              <a:rPr lang="en"/>
              <a:t>Logistic regression</a:t>
            </a:r>
            <a:endParaRPr/>
          </a:p>
          <a:p>
            <a:pPr marL="457200" lvl="0" indent="-298450" algn="l" rtl="0">
              <a:lnSpc>
                <a:spcPct val="100000"/>
              </a:lnSpc>
              <a:spcBef>
                <a:spcPts val="0"/>
              </a:spcBef>
              <a:spcAft>
                <a:spcPts val="0"/>
              </a:spcAft>
              <a:buSzPts val="1100"/>
              <a:buChar char="●"/>
            </a:pPr>
            <a:r>
              <a:rPr lang="en"/>
              <a:t>Random forest </a:t>
            </a:r>
            <a:endParaRPr/>
          </a:p>
          <a:p>
            <a:pPr marL="457200" lvl="0" indent="-298450" algn="l" rtl="0">
              <a:lnSpc>
                <a:spcPct val="100000"/>
              </a:lnSpc>
              <a:spcBef>
                <a:spcPts val="0"/>
              </a:spcBef>
              <a:spcAft>
                <a:spcPts val="0"/>
              </a:spcAft>
              <a:buSzPts val="1100"/>
              <a:buChar char="●"/>
            </a:pPr>
            <a:r>
              <a:rPr lang="en"/>
              <a:t>Naive bayes</a:t>
            </a:r>
            <a:endParaRPr/>
          </a:p>
          <a:p>
            <a:pPr marL="0" lvl="0" indent="0" algn="l" rtl="0">
              <a:lnSpc>
                <a:spcPct val="100000"/>
              </a:lnSpc>
              <a:spcBef>
                <a:spcPts val="0"/>
              </a:spcBef>
              <a:spcAft>
                <a:spcPts val="0"/>
              </a:spcAft>
              <a:buClr>
                <a:schemeClr val="dk1"/>
              </a:buClr>
              <a:buSzPts val="1100"/>
              <a:buFont typeface="Arial"/>
              <a:buNone/>
            </a:pPr>
            <a:r>
              <a:rPr lang="en"/>
              <a:t>Technical Analysis: Volatility, Moving average - this is separate thing from sentiment analysis????</a:t>
            </a:r>
            <a:endParaRPr/>
          </a:p>
          <a:p>
            <a:pPr marL="0" lvl="0" indent="0" algn="l" rtl="0">
              <a:lnSpc>
                <a:spcPct val="100000"/>
              </a:lnSpc>
              <a:spcBef>
                <a:spcPts val="0"/>
              </a:spcBef>
              <a:spcAft>
                <a:spcPts val="0"/>
              </a:spcAft>
              <a:buClr>
                <a:schemeClr val="dk1"/>
              </a:buClr>
              <a:buSzPts val="1100"/>
              <a:buFont typeface="Arial"/>
              <a:buNone/>
            </a:pPr>
            <a:r>
              <a:rPr lang="en"/>
              <a:t>Models - sentiment analysis</a:t>
            </a:r>
            <a:endParaRPr/>
          </a:p>
          <a:p>
            <a:pPr marL="457200" lvl="0" indent="-298450" algn="l" rtl="0">
              <a:lnSpc>
                <a:spcPct val="100000"/>
              </a:lnSpc>
              <a:spcBef>
                <a:spcPts val="0"/>
              </a:spcBef>
              <a:spcAft>
                <a:spcPts val="0"/>
              </a:spcAft>
              <a:buSzPts val="1100"/>
              <a:buChar char="●"/>
            </a:pPr>
            <a:r>
              <a:rPr lang="en"/>
              <a:t>Analyze based on different groups of words (Unigrams) </a:t>
            </a:r>
            <a:endParaRPr/>
          </a:p>
          <a:p>
            <a:pPr marL="457200" lvl="0" indent="-298450" algn="l" rtl="0">
              <a:lnSpc>
                <a:spcPct val="100000"/>
              </a:lnSpc>
              <a:spcBef>
                <a:spcPts val="0"/>
              </a:spcBef>
              <a:spcAft>
                <a:spcPts val="0"/>
              </a:spcAft>
              <a:buSzPts val="1100"/>
              <a:buChar char="●"/>
            </a:pPr>
            <a:r>
              <a:rPr lang="en"/>
              <a:t>Arima</a:t>
            </a:r>
            <a:endParaRPr/>
          </a:p>
          <a:p>
            <a:pPr marL="0" lvl="0" indent="0" algn="l" rtl="0">
              <a:lnSpc>
                <a:spcPct val="100000"/>
              </a:lnSpc>
              <a:spcBef>
                <a:spcPts val="0"/>
              </a:spcBef>
              <a:spcAft>
                <a:spcPts val="0"/>
              </a:spcAft>
              <a:buClr>
                <a:schemeClr val="dk1"/>
              </a:buClr>
              <a:buSzPts val="1100"/>
              <a:buFont typeface="Arial"/>
              <a:buNone/>
            </a:pPr>
            <a:r>
              <a:rPr lang="en"/>
              <a:t>Models - predict prices/trends (e.g. market crash/spikes)</a:t>
            </a:r>
            <a:endParaRPr/>
          </a:p>
          <a:p>
            <a:pPr marL="0" lvl="0" indent="0" algn="l" rtl="0">
              <a:lnSpc>
                <a:spcPct val="100000"/>
              </a:lnSpc>
              <a:spcBef>
                <a:spcPts val="0"/>
              </a:spcBef>
              <a:spcAft>
                <a:spcPts val="0"/>
              </a:spcAft>
              <a:buClr>
                <a:schemeClr val="dk1"/>
              </a:buClr>
              <a:buSzPts val="1100"/>
              <a:buFont typeface="Arial"/>
              <a:buNone/>
            </a:pPr>
            <a:r>
              <a:rPr lang="en"/>
              <a:t>MLR - using volatility, annualized returns, sentiment analysis output?</a:t>
            </a:r>
            <a:endParaRPr/>
          </a:p>
          <a:p>
            <a:pPr marL="0" lvl="0" indent="0" algn="l" rtl="0">
              <a:lnSpc>
                <a:spcPct val="100000"/>
              </a:lnSpc>
              <a:spcBef>
                <a:spcPts val="0"/>
              </a:spcBef>
              <a:spcAft>
                <a:spcPts val="0"/>
              </a:spcAft>
              <a:buClr>
                <a:schemeClr val="dk1"/>
              </a:buClr>
              <a:buSzPts val="1100"/>
              <a:buFont typeface="Arial"/>
              <a:buNone/>
            </a:pPr>
            <a:r>
              <a:rPr lang="en"/>
              <a:t>---</a:t>
            </a:r>
            <a:endParaRPr/>
          </a:p>
          <a:p>
            <a:pPr marL="0" lvl="0" indent="0" algn="l" rtl="0">
              <a:lnSpc>
                <a:spcPct val="100000"/>
              </a:lnSpc>
              <a:spcBef>
                <a:spcPts val="0"/>
              </a:spcBef>
              <a:spcAft>
                <a:spcPts val="0"/>
              </a:spcAft>
              <a:buClr>
                <a:schemeClr val="dk1"/>
              </a:buClr>
              <a:buSzPts val="1100"/>
              <a:buFont typeface="Arial"/>
              <a:buNone/>
            </a:pPr>
            <a:r>
              <a:rPr lang="en"/>
              <a:t>plan B - portfolio optimisation : make recommendations to improve portfolio based on different factors (where sentiment analysis is one of those factors/ input).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143e4fb13cb_2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4" name="Google Shape;654;g143e4fb13cb_2_4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Sentiment models:</a:t>
            </a:r>
            <a:endParaRPr/>
          </a:p>
          <a:p>
            <a:pPr marL="457200" lvl="0" indent="-298450" algn="l" rtl="0">
              <a:lnSpc>
                <a:spcPct val="100000"/>
              </a:lnSpc>
              <a:spcBef>
                <a:spcPts val="0"/>
              </a:spcBef>
              <a:spcAft>
                <a:spcPts val="0"/>
              </a:spcAft>
              <a:buSzPts val="1100"/>
              <a:buChar char="●"/>
            </a:pPr>
            <a:r>
              <a:rPr lang="en"/>
              <a:t>Finbert - pre-model with financial phrase bank dataset - includes over 40,000 financial terms </a:t>
            </a:r>
            <a:endParaRPr/>
          </a:p>
          <a:p>
            <a:pPr marL="457200" lvl="0" indent="-298450" algn="l" rtl="0">
              <a:lnSpc>
                <a:spcPct val="100000"/>
              </a:lnSpc>
              <a:spcBef>
                <a:spcPts val="0"/>
              </a:spcBef>
              <a:spcAft>
                <a:spcPts val="0"/>
              </a:spcAft>
              <a:buSzPts val="1100"/>
              <a:buChar char="●"/>
            </a:pPr>
            <a:r>
              <a:rPr lang="en"/>
              <a:t>Flair - Flair is a natural language processing (NLP) models to your text, - most basic form of sentiment analysis model, benchmark use as control</a:t>
            </a:r>
            <a:endParaRPr/>
          </a:p>
          <a:p>
            <a:pPr marL="457200" lvl="0" indent="-298450" algn="l" rtl="0">
              <a:lnSpc>
                <a:spcPct val="100000"/>
              </a:lnSpc>
              <a:spcBef>
                <a:spcPts val="0"/>
              </a:spcBef>
              <a:spcAft>
                <a:spcPts val="0"/>
              </a:spcAft>
              <a:buSzPts val="1100"/>
              <a:buChar char="●"/>
            </a:pPr>
            <a:r>
              <a:rPr lang="en"/>
              <a:t>Vader - popular rule based library for sentiment analysis - good for short text like comments </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Finbert has most interpretable </a:t>
            </a:r>
            <a:r>
              <a:rPr lang="en">
                <a:solidFill>
                  <a:schemeClr val="dk1"/>
                </a:solidFill>
              </a:rPr>
              <a:t>correlation scores</a:t>
            </a:r>
            <a:endParaRPr/>
          </a:p>
          <a:p>
            <a:pPr marL="457200" lvl="0" indent="-298450" algn="l" rtl="0">
              <a:lnSpc>
                <a:spcPct val="100000"/>
              </a:lnSpc>
              <a:spcBef>
                <a:spcPts val="0"/>
              </a:spcBef>
              <a:spcAft>
                <a:spcPts val="0"/>
              </a:spcAft>
              <a:buSzPts val="1100"/>
              <a:buChar char="●"/>
            </a:pPr>
            <a:r>
              <a:rPr lang="en"/>
              <a:t>Flair has the more inconsistent correlation scores</a:t>
            </a:r>
            <a:endParaRPr/>
          </a:p>
          <a:p>
            <a:pPr marL="457200" lvl="0" indent="-298450" algn="l" rtl="0">
              <a:lnSpc>
                <a:spcPct val="100000"/>
              </a:lnSpc>
              <a:spcBef>
                <a:spcPts val="0"/>
              </a:spcBef>
              <a:spcAft>
                <a:spcPts val="0"/>
              </a:spcAft>
              <a:buSzPts val="1100"/>
              <a:buChar char="●"/>
            </a:pPr>
            <a:r>
              <a:rPr lang="en"/>
              <a:t>Vader has the highest correlation scores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Vader - lexicon - positive negative words</a:t>
            </a:r>
            <a:endParaRPr/>
          </a:p>
          <a:p>
            <a:pPr marL="0" lvl="0" indent="0" algn="l" rtl="0">
              <a:lnSpc>
                <a:spcPct val="100000"/>
              </a:lnSpc>
              <a:spcBef>
                <a:spcPts val="0"/>
              </a:spcBef>
              <a:spcAft>
                <a:spcPts val="0"/>
              </a:spcAft>
              <a:buSzPts val="1100"/>
              <a:buNone/>
            </a:pPr>
            <a:r>
              <a:rPr lang="en"/>
              <a:t>Flair - pretrained using IMDB database</a:t>
            </a:r>
            <a:endParaRPr/>
          </a:p>
          <a:p>
            <a:pPr marL="0" lvl="0" indent="0" algn="l" rtl="0">
              <a:lnSpc>
                <a:spcPct val="100000"/>
              </a:lnSpc>
              <a:spcBef>
                <a:spcPts val="0"/>
              </a:spcBef>
              <a:spcAft>
                <a:spcPts val="0"/>
              </a:spcAft>
              <a:buSzPts val="1100"/>
              <a:buNone/>
            </a:pPr>
            <a:r>
              <a:rPr lang="en"/>
              <a:t>Finbert - NN that is pretrained over 40k financial terms make sense to use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Moving average, percentage change of price, different weightages for likes and followers but ultimately realized that average gave the most promising results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43e4fb13cb_2_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 name="Google Shape;681;g143e4fb13cb_2_4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ML models:</a:t>
            </a:r>
            <a:endParaRPr/>
          </a:p>
          <a:p>
            <a:pPr marL="457200" lvl="0" indent="-298450" algn="l" rtl="0">
              <a:lnSpc>
                <a:spcPct val="100000"/>
              </a:lnSpc>
              <a:spcBef>
                <a:spcPts val="0"/>
              </a:spcBef>
              <a:spcAft>
                <a:spcPts val="0"/>
              </a:spcAft>
              <a:buSzPts val="1100"/>
              <a:buChar char="●"/>
            </a:pPr>
            <a:r>
              <a:rPr lang="en"/>
              <a:t>Arima - a popular technique for time series modelling (best because it takes in the previous date lowest RMSE) </a:t>
            </a:r>
            <a:endParaRPr/>
          </a:p>
          <a:p>
            <a:pPr marL="457200" lvl="0" indent="-298450" algn="l" rtl="0">
              <a:lnSpc>
                <a:spcPct val="100000"/>
              </a:lnSpc>
              <a:spcBef>
                <a:spcPts val="0"/>
              </a:spcBef>
              <a:spcAft>
                <a:spcPts val="0"/>
              </a:spcAft>
              <a:buSzPts val="1100"/>
              <a:buChar char="●"/>
            </a:pPr>
            <a:r>
              <a:rPr lang="en"/>
              <a:t>Autoarima - similar to arima but faster and easier to implement </a:t>
            </a:r>
            <a:endParaRPr/>
          </a:p>
          <a:p>
            <a:pPr marL="457200" lvl="0" indent="-298450" algn="l" rtl="0">
              <a:lnSpc>
                <a:spcPct val="100000"/>
              </a:lnSpc>
              <a:spcBef>
                <a:spcPts val="0"/>
              </a:spcBef>
              <a:spcAft>
                <a:spcPts val="0"/>
              </a:spcAft>
              <a:buSzPts val="1100"/>
              <a:buChar char="●"/>
            </a:pPr>
            <a:r>
              <a:rPr lang="en"/>
              <a:t>Prophet - fast and automated forecasting, works well with time series of seasonal effects </a:t>
            </a:r>
            <a:endParaRPr/>
          </a:p>
          <a:p>
            <a:pPr marL="457200" lvl="0" indent="-298450" algn="l" rtl="0">
              <a:lnSpc>
                <a:spcPct val="100000"/>
              </a:lnSpc>
              <a:spcBef>
                <a:spcPts val="0"/>
              </a:spcBef>
              <a:spcAft>
                <a:spcPts val="0"/>
              </a:spcAft>
              <a:buSzPts val="1100"/>
              <a:buChar char="●"/>
            </a:pPr>
            <a:r>
              <a:rPr lang="en"/>
              <a:t>LSTM - Long short-term memory is an artificial recurrent neural network architecture</a:t>
            </a:r>
            <a:endParaRPr/>
          </a:p>
          <a:p>
            <a:pPr marL="457200" lvl="0" indent="-298450" algn="l" rtl="0">
              <a:lnSpc>
                <a:spcPct val="100000"/>
              </a:lnSpc>
              <a:spcBef>
                <a:spcPts val="0"/>
              </a:spcBef>
              <a:spcAft>
                <a:spcPts val="0"/>
              </a:spcAft>
              <a:buSzPts val="1100"/>
              <a:buChar char="●"/>
            </a:pPr>
            <a:r>
              <a:rPr lang="en"/>
              <a:t>Linear regression - classic model used for time series forecasting</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Which one more accurate? Which more efficient?</a:t>
            </a:r>
            <a:endParaRPr/>
          </a:p>
          <a:p>
            <a:pPr marL="457200" lvl="0" indent="-298450" algn="l" rtl="0">
              <a:lnSpc>
                <a:spcPct val="100000"/>
              </a:lnSpc>
              <a:spcBef>
                <a:spcPts val="0"/>
              </a:spcBef>
              <a:spcAft>
                <a:spcPts val="0"/>
              </a:spcAft>
              <a:buSzPts val="1100"/>
              <a:buChar char="●"/>
            </a:pPr>
            <a:r>
              <a:rPr lang="en"/>
              <a:t>Will use RMSE to measure performance (to be calculated)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3 years data cannot draw enough insights. For historic price prediction.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43e4fb13cb_2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7" name="Google Shape;687;g143e4fb13cb_2_4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ML models:</a:t>
            </a:r>
            <a:endParaRPr/>
          </a:p>
          <a:p>
            <a:pPr marL="457200" lvl="0" indent="-298450" algn="l" rtl="0">
              <a:lnSpc>
                <a:spcPct val="100000"/>
              </a:lnSpc>
              <a:spcBef>
                <a:spcPts val="0"/>
              </a:spcBef>
              <a:spcAft>
                <a:spcPts val="0"/>
              </a:spcAft>
              <a:buSzPts val="1100"/>
              <a:buChar char="●"/>
            </a:pPr>
            <a:r>
              <a:rPr lang="en"/>
              <a:t>Arima - a popular technique for time series modelling (best because it takes in the previous date lowest RMSE) </a:t>
            </a:r>
            <a:endParaRPr/>
          </a:p>
          <a:p>
            <a:pPr marL="457200" lvl="0" indent="-298450" algn="l" rtl="0">
              <a:lnSpc>
                <a:spcPct val="100000"/>
              </a:lnSpc>
              <a:spcBef>
                <a:spcPts val="0"/>
              </a:spcBef>
              <a:spcAft>
                <a:spcPts val="0"/>
              </a:spcAft>
              <a:buSzPts val="1100"/>
              <a:buChar char="●"/>
            </a:pPr>
            <a:r>
              <a:rPr lang="en"/>
              <a:t>Autoarima - similar to arima but faster and easier to implement </a:t>
            </a:r>
            <a:endParaRPr/>
          </a:p>
          <a:p>
            <a:pPr marL="457200" lvl="0" indent="-298450" algn="l" rtl="0">
              <a:lnSpc>
                <a:spcPct val="100000"/>
              </a:lnSpc>
              <a:spcBef>
                <a:spcPts val="0"/>
              </a:spcBef>
              <a:spcAft>
                <a:spcPts val="0"/>
              </a:spcAft>
              <a:buSzPts val="1100"/>
              <a:buChar char="●"/>
            </a:pPr>
            <a:r>
              <a:rPr lang="en"/>
              <a:t>Prophet - fast and automated forecasting, works well with time series of seasonal effects </a:t>
            </a:r>
            <a:endParaRPr/>
          </a:p>
          <a:p>
            <a:pPr marL="457200" lvl="0" indent="-298450" algn="l" rtl="0">
              <a:lnSpc>
                <a:spcPct val="100000"/>
              </a:lnSpc>
              <a:spcBef>
                <a:spcPts val="0"/>
              </a:spcBef>
              <a:spcAft>
                <a:spcPts val="0"/>
              </a:spcAft>
              <a:buSzPts val="1100"/>
              <a:buChar char="●"/>
            </a:pPr>
            <a:r>
              <a:rPr lang="en"/>
              <a:t>LSTM - Long short-term memory is an artificial recurrent neural network architecture</a:t>
            </a:r>
            <a:endParaRPr/>
          </a:p>
          <a:p>
            <a:pPr marL="457200" lvl="0" indent="-298450" algn="l" rtl="0">
              <a:lnSpc>
                <a:spcPct val="100000"/>
              </a:lnSpc>
              <a:spcBef>
                <a:spcPts val="0"/>
              </a:spcBef>
              <a:spcAft>
                <a:spcPts val="0"/>
              </a:spcAft>
              <a:buSzPts val="1100"/>
              <a:buChar char="●"/>
            </a:pPr>
            <a:r>
              <a:rPr lang="en"/>
              <a:t>Linear regression - classic model used for time series forecasting</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Which one more accurate? Which more efficient?</a:t>
            </a:r>
            <a:endParaRPr/>
          </a:p>
          <a:p>
            <a:pPr marL="457200" lvl="0" indent="-298450" algn="l" rtl="0">
              <a:lnSpc>
                <a:spcPct val="100000"/>
              </a:lnSpc>
              <a:spcBef>
                <a:spcPts val="0"/>
              </a:spcBef>
              <a:spcAft>
                <a:spcPts val="0"/>
              </a:spcAft>
              <a:buSzPts val="1100"/>
              <a:buChar char="●"/>
            </a:pPr>
            <a:r>
              <a:rPr lang="en"/>
              <a:t>Will use RMSE to measure performance (to be calculated)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3 years data cannot draw enough insights. For historic price prediction.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143e4fb13cb_2_4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3" name="Google Shape;693;g143e4fb13cb_2_4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Supervised learning approach</a:t>
            </a:r>
            <a:endParaRPr/>
          </a:p>
          <a:p>
            <a:pPr marL="0" lvl="0" indent="0" algn="l" rtl="0">
              <a:lnSpc>
                <a:spcPct val="100000"/>
              </a:lnSpc>
              <a:spcBef>
                <a:spcPts val="0"/>
              </a:spcBef>
              <a:spcAft>
                <a:spcPts val="0"/>
              </a:spcAft>
              <a:buClr>
                <a:schemeClr val="dk1"/>
              </a:buClr>
              <a:buSzPts val="1100"/>
              <a:buFont typeface="Arial"/>
              <a:buNone/>
            </a:pPr>
            <a:r>
              <a:rPr lang="en"/>
              <a:t>ML models:</a:t>
            </a:r>
            <a:endParaRPr/>
          </a:p>
          <a:p>
            <a:pPr marL="457200" lvl="0" indent="-298450" algn="l" rtl="0">
              <a:lnSpc>
                <a:spcPct val="100000"/>
              </a:lnSpc>
              <a:spcBef>
                <a:spcPts val="0"/>
              </a:spcBef>
              <a:spcAft>
                <a:spcPts val="0"/>
              </a:spcAft>
              <a:buSzPts val="1100"/>
              <a:buChar char="●"/>
            </a:pPr>
            <a:r>
              <a:rPr lang="en"/>
              <a:t>Arima - a popular technique for time series modelling (best because it takes in the previous date lowest RMSE) </a:t>
            </a:r>
            <a:endParaRPr/>
          </a:p>
          <a:p>
            <a:pPr marL="457200" lvl="0" indent="-298450" algn="l" rtl="0">
              <a:lnSpc>
                <a:spcPct val="100000"/>
              </a:lnSpc>
              <a:spcBef>
                <a:spcPts val="0"/>
              </a:spcBef>
              <a:spcAft>
                <a:spcPts val="0"/>
              </a:spcAft>
              <a:buSzPts val="1100"/>
              <a:buChar char="●"/>
            </a:pPr>
            <a:r>
              <a:rPr lang="en"/>
              <a:t>Autoarima - similar to arima but faster and easier to implement </a:t>
            </a:r>
            <a:endParaRPr/>
          </a:p>
          <a:p>
            <a:pPr marL="457200" lvl="0" indent="-298450" algn="l" rtl="0">
              <a:lnSpc>
                <a:spcPct val="100000"/>
              </a:lnSpc>
              <a:spcBef>
                <a:spcPts val="0"/>
              </a:spcBef>
              <a:spcAft>
                <a:spcPts val="0"/>
              </a:spcAft>
              <a:buSzPts val="1100"/>
              <a:buChar char="●"/>
            </a:pPr>
            <a:r>
              <a:rPr lang="en"/>
              <a:t>Prophet - fast and automated forecasting, works well with time series of seasonal effects </a:t>
            </a:r>
            <a:endParaRPr/>
          </a:p>
          <a:p>
            <a:pPr marL="457200" lvl="0" indent="-298450" algn="l" rtl="0">
              <a:lnSpc>
                <a:spcPct val="100000"/>
              </a:lnSpc>
              <a:spcBef>
                <a:spcPts val="0"/>
              </a:spcBef>
              <a:spcAft>
                <a:spcPts val="0"/>
              </a:spcAft>
              <a:buSzPts val="1100"/>
              <a:buChar char="●"/>
            </a:pPr>
            <a:r>
              <a:rPr lang="en"/>
              <a:t>LSTM - Long short-term memory is an artificial recurrent neural network architecture</a:t>
            </a:r>
            <a:endParaRPr/>
          </a:p>
          <a:p>
            <a:pPr marL="457200" lvl="0" indent="-298450" algn="l" rtl="0">
              <a:lnSpc>
                <a:spcPct val="100000"/>
              </a:lnSpc>
              <a:spcBef>
                <a:spcPts val="0"/>
              </a:spcBef>
              <a:spcAft>
                <a:spcPts val="0"/>
              </a:spcAft>
              <a:buSzPts val="1100"/>
              <a:buChar char="●"/>
            </a:pPr>
            <a:r>
              <a:rPr lang="en"/>
              <a:t>Linear regression - classic model used for time series forecasting</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Which one more accurate? Which more efficient?</a:t>
            </a:r>
            <a:endParaRPr/>
          </a:p>
          <a:p>
            <a:pPr marL="457200" lvl="0" indent="-298450" algn="l" rtl="0">
              <a:lnSpc>
                <a:spcPct val="100000"/>
              </a:lnSpc>
              <a:spcBef>
                <a:spcPts val="0"/>
              </a:spcBef>
              <a:spcAft>
                <a:spcPts val="0"/>
              </a:spcAft>
              <a:buSzPts val="1100"/>
              <a:buChar char="●"/>
            </a:pPr>
            <a:r>
              <a:rPr lang="en"/>
              <a:t>Will use RMSE to measure performance (to be calculated)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143e4fb13cb_2_4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2" name="Google Shape;732;g143e4fb13cb_2_4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ML models:</a:t>
            </a:r>
            <a:endParaRPr/>
          </a:p>
          <a:p>
            <a:pPr marL="457200" lvl="0" indent="-298450" algn="l" rtl="0">
              <a:lnSpc>
                <a:spcPct val="100000"/>
              </a:lnSpc>
              <a:spcBef>
                <a:spcPts val="0"/>
              </a:spcBef>
              <a:spcAft>
                <a:spcPts val="0"/>
              </a:spcAft>
              <a:buSzPts val="1100"/>
              <a:buChar char="●"/>
            </a:pPr>
            <a:r>
              <a:rPr lang="en"/>
              <a:t>Arima - a popular technique for time series modelling (best because it takes in the previous date lowest RMSE) </a:t>
            </a:r>
            <a:endParaRPr/>
          </a:p>
          <a:p>
            <a:pPr marL="457200" lvl="0" indent="-298450" algn="l" rtl="0">
              <a:lnSpc>
                <a:spcPct val="100000"/>
              </a:lnSpc>
              <a:spcBef>
                <a:spcPts val="0"/>
              </a:spcBef>
              <a:spcAft>
                <a:spcPts val="0"/>
              </a:spcAft>
              <a:buSzPts val="1100"/>
              <a:buChar char="●"/>
            </a:pPr>
            <a:r>
              <a:rPr lang="en"/>
              <a:t>Autoarima - similar to arima but faster and easier to implement </a:t>
            </a:r>
            <a:endParaRPr/>
          </a:p>
          <a:p>
            <a:pPr marL="457200" lvl="0" indent="-298450" algn="l" rtl="0">
              <a:lnSpc>
                <a:spcPct val="100000"/>
              </a:lnSpc>
              <a:spcBef>
                <a:spcPts val="0"/>
              </a:spcBef>
              <a:spcAft>
                <a:spcPts val="0"/>
              </a:spcAft>
              <a:buSzPts val="1100"/>
              <a:buChar char="●"/>
            </a:pPr>
            <a:r>
              <a:rPr lang="en"/>
              <a:t>Prophet - fast and automated forecasting, works well with time series of seasonal effects </a:t>
            </a:r>
            <a:endParaRPr/>
          </a:p>
          <a:p>
            <a:pPr marL="457200" lvl="0" indent="-298450" algn="l" rtl="0">
              <a:lnSpc>
                <a:spcPct val="100000"/>
              </a:lnSpc>
              <a:spcBef>
                <a:spcPts val="0"/>
              </a:spcBef>
              <a:spcAft>
                <a:spcPts val="0"/>
              </a:spcAft>
              <a:buSzPts val="1100"/>
              <a:buChar char="●"/>
            </a:pPr>
            <a:r>
              <a:rPr lang="en"/>
              <a:t>LSTM - Long short-term memory is an artificial recurrent neural network architecture</a:t>
            </a:r>
            <a:endParaRPr/>
          </a:p>
          <a:p>
            <a:pPr marL="457200" lvl="0" indent="-298450" algn="l" rtl="0">
              <a:lnSpc>
                <a:spcPct val="100000"/>
              </a:lnSpc>
              <a:spcBef>
                <a:spcPts val="0"/>
              </a:spcBef>
              <a:spcAft>
                <a:spcPts val="0"/>
              </a:spcAft>
              <a:buSzPts val="1100"/>
              <a:buChar char="●"/>
            </a:pPr>
            <a:r>
              <a:rPr lang="en"/>
              <a:t>Linear regression - classic model used for time series forecasting</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Which one more accurate? Which more efficient?</a:t>
            </a:r>
            <a:endParaRPr/>
          </a:p>
          <a:p>
            <a:pPr marL="457200" lvl="0" indent="-298450" algn="l" rtl="0">
              <a:lnSpc>
                <a:spcPct val="100000"/>
              </a:lnSpc>
              <a:spcBef>
                <a:spcPts val="0"/>
              </a:spcBef>
              <a:spcAft>
                <a:spcPts val="0"/>
              </a:spcAft>
              <a:buSzPts val="1100"/>
              <a:buChar char="●"/>
            </a:pPr>
            <a:r>
              <a:rPr lang="en"/>
              <a:t>Will use RMSE to measure performance (to be calculated)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3 years data cannot draw enough insights. For historic price prediction. </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143e4fb13cb_2_4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g143e4fb13cb_2_4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FINAL DECISION Derived based on </a:t>
            </a:r>
            <a:endParaRPr/>
          </a:p>
          <a:p>
            <a:pPr marL="457200" lvl="0" indent="-298450" algn="l" rtl="0">
              <a:lnSpc>
                <a:spcPct val="100000"/>
              </a:lnSpc>
              <a:spcBef>
                <a:spcPts val="0"/>
              </a:spcBef>
              <a:spcAft>
                <a:spcPts val="0"/>
              </a:spcAft>
              <a:buSzPts val="1100"/>
              <a:buChar char="●"/>
            </a:pPr>
            <a:r>
              <a:rPr lang="en"/>
              <a:t>average sentiment score of the day, </a:t>
            </a:r>
            <a:endParaRPr/>
          </a:p>
          <a:p>
            <a:pPr marL="457200" lvl="0" indent="-298450" algn="l" rtl="0">
              <a:lnSpc>
                <a:spcPct val="100000"/>
              </a:lnSpc>
              <a:spcBef>
                <a:spcPts val="0"/>
              </a:spcBef>
              <a:spcAft>
                <a:spcPts val="0"/>
              </a:spcAft>
              <a:buSzPts val="1100"/>
              <a:buChar char="●"/>
            </a:pPr>
            <a:r>
              <a:rPr lang="en"/>
              <a:t>correlation, </a:t>
            </a:r>
            <a:endParaRPr/>
          </a:p>
          <a:p>
            <a:pPr marL="457200" lvl="0" indent="-298450" algn="l" rtl="0">
              <a:lnSpc>
                <a:spcPct val="100000"/>
              </a:lnSpc>
              <a:spcBef>
                <a:spcPts val="0"/>
              </a:spcBef>
              <a:spcAft>
                <a:spcPts val="0"/>
              </a:spcAft>
              <a:buSzPts val="1100"/>
              <a:buChar char="●"/>
            </a:pPr>
            <a:r>
              <a:rPr lang="en"/>
              <a:t>today’s prediction and </a:t>
            </a:r>
            <a:endParaRPr/>
          </a:p>
          <a:p>
            <a:pPr marL="457200" lvl="0" indent="-298450" algn="l" rtl="0">
              <a:lnSpc>
                <a:spcPct val="100000"/>
              </a:lnSpc>
              <a:spcBef>
                <a:spcPts val="0"/>
              </a:spcBef>
              <a:spcAft>
                <a:spcPts val="0"/>
              </a:spcAft>
              <a:buSzPts val="1100"/>
              <a:buChar char="●"/>
            </a:pPr>
            <a:r>
              <a:rPr lang="en"/>
              <a:t>yesterday price, </a:t>
            </a:r>
            <a:endParaRPr/>
          </a:p>
          <a:p>
            <a:pPr marL="457200" lvl="0" indent="-298450" algn="l" rtl="0">
              <a:lnSpc>
                <a:spcPct val="100000"/>
              </a:lnSpc>
              <a:spcBef>
                <a:spcPts val="0"/>
              </a:spcBef>
              <a:spcAft>
                <a:spcPts val="0"/>
              </a:spcAft>
              <a:buSzPts val="1100"/>
              <a:buChar char="●"/>
            </a:pPr>
            <a:r>
              <a:rPr lang="en"/>
              <a:t>mean squared error</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Help to predict price</a:t>
            </a:r>
            <a:endParaRPr/>
          </a:p>
          <a:p>
            <a:pPr marL="457200" lvl="0" indent="-298450" algn="l" rtl="0">
              <a:lnSpc>
                <a:spcPct val="100000"/>
              </a:lnSpc>
              <a:spcBef>
                <a:spcPts val="0"/>
              </a:spcBef>
              <a:spcAft>
                <a:spcPts val="0"/>
              </a:spcAft>
              <a:buSzPts val="1100"/>
              <a:buChar char="●"/>
            </a:pPr>
            <a:r>
              <a:rPr lang="en"/>
              <a:t>Correlation of selected stock with sentiment (positive/negative)</a:t>
            </a:r>
            <a:endParaRPr/>
          </a:p>
          <a:p>
            <a:pPr marL="457200" lvl="0" indent="-298450" algn="l" rtl="0">
              <a:lnSpc>
                <a:spcPct val="100000"/>
              </a:lnSpc>
              <a:spcBef>
                <a:spcPts val="0"/>
              </a:spcBef>
              <a:spcAft>
                <a:spcPts val="0"/>
              </a:spcAft>
              <a:buSzPts val="1100"/>
              <a:buChar char="●"/>
            </a:pPr>
            <a:r>
              <a:rPr lang="en"/>
              <a:t>Asset manager will be able to make Buy/sell/hold decision using decision tree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43e4fb13cb_2_5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4" name="Google Shape;754;g143e4fb13cb_2_5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FINAL DECISION Derived based on </a:t>
            </a:r>
            <a:endParaRPr/>
          </a:p>
          <a:p>
            <a:pPr marL="457200" lvl="0" indent="-298450" algn="l" rtl="0">
              <a:lnSpc>
                <a:spcPct val="100000"/>
              </a:lnSpc>
              <a:spcBef>
                <a:spcPts val="0"/>
              </a:spcBef>
              <a:spcAft>
                <a:spcPts val="0"/>
              </a:spcAft>
              <a:buSzPts val="1100"/>
              <a:buChar char="●"/>
            </a:pPr>
            <a:r>
              <a:rPr lang="en"/>
              <a:t>average sentiment score of the day, </a:t>
            </a:r>
            <a:endParaRPr/>
          </a:p>
          <a:p>
            <a:pPr marL="457200" lvl="0" indent="-298450" algn="l" rtl="0">
              <a:lnSpc>
                <a:spcPct val="100000"/>
              </a:lnSpc>
              <a:spcBef>
                <a:spcPts val="0"/>
              </a:spcBef>
              <a:spcAft>
                <a:spcPts val="0"/>
              </a:spcAft>
              <a:buSzPts val="1100"/>
              <a:buChar char="●"/>
            </a:pPr>
            <a:r>
              <a:rPr lang="en"/>
              <a:t>correlation, </a:t>
            </a:r>
            <a:endParaRPr/>
          </a:p>
          <a:p>
            <a:pPr marL="457200" lvl="0" indent="-298450" algn="l" rtl="0">
              <a:lnSpc>
                <a:spcPct val="100000"/>
              </a:lnSpc>
              <a:spcBef>
                <a:spcPts val="0"/>
              </a:spcBef>
              <a:spcAft>
                <a:spcPts val="0"/>
              </a:spcAft>
              <a:buSzPts val="1100"/>
              <a:buChar char="●"/>
            </a:pPr>
            <a:r>
              <a:rPr lang="en"/>
              <a:t>today’s prediction and </a:t>
            </a:r>
            <a:endParaRPr/>
          </a:p>
          <a:p>
            <a:pPr marL="457200" lvl="0" indent="-298450" algn="l" rtl="0">
              <a:lnSpc>
                <a:spcPct val="100000"/>
              </a:lnSpc>
              <a:spcBef>
                <a:spcPts val="0"/>
              </a:spcBef>
              <a:spcAft>
                <a:spcPts val="0"/>
              </a:spcAft>
              <a:buSzPts val="1100"/>
              <a:buChar char="●"/>
            </a:pPr>
            <a:r>
              <a:rPr lang="en"/>
              <a:t>yesterday price, </a:t>
            </a:r>
            <a:endParaRPr/>
          </a:p>
          <a:p>
            <a:pPr marL="457200" lvl="0" indent="-298450" algn="l" rtl="0">
              <a:lnSpc>
                <a:spcPct val="100000"/>
              </a:lnSpc>
              <a:spcBef>
                <a:spcPts val="0"/>
              </a:spcBef>
              <a:spcAft>
                <a:spcPts val="0"/>
              </a:spcAft>
              <a:buSzPts val="1100"/>
              <a:buChar char="●"/>
            </a:pPr>
            <a:r>
              <a:rPr lang="en"/>
              <a:t>mean squared error</a:t>
            </a:r>
            <a:endParaRPr/>
          </a:p>
          <a:p>
            <a:pPr marL="0" lvl="0" indent="0" algn="l" rtl="0">
              <a:lnSpc>
                <a:spcPct val="100000"/>
              </a:lnSpc>
              <a:spcBef>
                <a:spcPts val="0"/>
              </a:spcBef>
              <a:spcAft>
                <a:spcPts val="0"/>
              </a:spcAft>
              <a:buClr>
                <a:schemeClr val="dk1"/>
              </a:buClr>
              <a:buSzPts val="1100"/>
              <a:buFont typeface="Arial"/>
              <a:buNone/>
            </a:pPr>
            <a:r>
              <a:rPr lang="en"/>
              <a:t>Insights:</a:t>
            </a:r>
            <a:endParaRPr/>
          </a:p>
          <a:p>
            <a:pPr marL="457200" lvl="0" indent="-298450" algn="l" rtl="0">
              <a:lnSpc>
                <a:spcPct val="100000"/>
              </a:lnSpc>
              <a:spcBef>
                <a:spcPts val="0"/>
              </a:spcBef>
              <a:spcAft>
                <a:spcPts val="0"/>
              </a:spcAft>
              <a:buSzPts val="1100"/>
              <a:buChar char="●"/>
            </a:pPr>
            <a:r>
              <a:rPr lang="en"/>
              <a:t>Help to predict price</a:t>
            </a:r>
            <a:endParaRPr/>
          </a:p>
          <a:p>
            <a:pPr marL="457200" lvl="0" indent="-298450" algn="l" rtl="0">
              <a:lnSpc>
                <a:spcPct val="100000"/>
              </a:lnSpc>
              <a:spcBef>
                <a:spcPts val="0"/>
              </a:spcBef>
              <a:spcAft>
                <a:spcPts val="0"/>
              </a:spcAft>
              <a:buSzPts val="1100"/>
              <a:buChar char="●"/>
            </a:pPr>
            <a:r>
              <a:rPr lang="en"/>
              <a:t>Correlation of selected stock with sentiment (positive/negative)</a:t>
            </a:r>
            <a:endParaRPr/>
          </a:p>
          <a:p>
            <a:pPr marL="457200" lvl="0" indent="-298450" algn="l" rtl="0">
              <a:lnSpc>
                <a:spcPct val="100000"/>
              </a:lnSpc>
              <a:spcBef>
                <a:spcPts val="0"/>
              </a:spcBef>
              <a:spcAft>
                <a:spcPts val="0"/>
              </a:spcAft>
              <a:buSzPts val="1100"/>
              <a:buChar char="●"/>
            </a:pPr>
            <a:r>
              <a:rPr lang="en"/>
              <a:t>Asset manager will be able to make Buy/sell/hold decision using decision tree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143e4fb13cb_2_5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7" name="Google Shape;767;g143e4fb13cb_2_5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Demonstrate the POC application features</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Discuss what additional steps would be necessary to turn the POC into a full analytics solution</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Potential challenges that may be encountered</a:t>
            </a:r>
            <a:endParaRPr sz="1000">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r>
              <a:rPr lang="en" sz="1000">
                <a:solidFill>
                  <a:srgbClr val="202124"/>
                </a:solidFill>
                <a:highlight>
                  <a:schemeClr val="lt1"/>
                </a:highlight>
                <a:latin typeface="Roboto"/>
                <a:ea typeface="Roboto"/>
                <a:cs typeface="Roboto"/>
                <a:sym typeface="Roboto"/>
              </a:rPr>
              <a:t>How the benefits of using the application could be measured by the organization</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How the results of the POC provide a competitive edge for the Organization</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Solution is interactive and user friendly (20)</a:t>
            </a:r>
            <a:endParaRPr sz="1000">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z="1000">
                <a:solidFill>
                  <a:schemeClr val="dk1"/>
                </a:solidFill>
                <a:highlight>
                  <a:schemeClr val="lt1"/>
                </a:highlight>
              </a:rPr>
              <a:t>Clear and useful recommendations provided by application (20%)</a:t>
            </a:r>
            <a:endParaRPr sz="1000" i="1">
              <a:solidFill>
                <a:srgbClr val="202124"/>
              </a:solidFill>
              <a:highlight>
                <a:schemeClr val="lt1"/>
              </a:highlight>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43e4fb13cb_1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4" name="Google Shape;774;g143e4fb13cb_1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143e4fb13cb_1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9" name="Google Shape;779;g143e4fb13cb_1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143e4fb13cb_2_5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6" name="Google Shape;796;g143e4fb13cb_2_5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Coming back to the slides, we will be talking about the challenges encountered. </a:t>
            </a:r>
            <a:endParaRPr/>
          </a:p>
          <a:p>
            <a:pPr marL="0" lvl="0" indent="0" algn="l" rtl="0">
              <a:lnSpc>
                <a:spcPct val="100000"/>
              </a:lnSpc>
              <a:spcBef>
                <a:spcPts val="0"/>
              </a:spcBef>
              <a:spcAft>
                <a:spcPts val="0"/>
              </a:spcAft>
              <a:buClr>
                <a:schemeClr val="dk1"/>
              </a:buClr>
              <a:buSzPts val="1100"/>
              <a:buFont typeface="Arial"/>
              <a:buNone/>
            </a:pPr>
            <a:r>
              <a:rPr lang="en"/>
              <a:t>There were two main challenges faced during this project. Firstly, was the difficulty of data integration. As not all data was standardized, we faced the problem of inconsistent data types. One simple yet common example would be the changing of data between dataframes and json. Though simple to rectify, we had many functions that used the same data but in different data types. Some used dataframes while others required json format, resulting in a lot of headaches when integrating the functions together.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t>Secondly, there were numerous packages that have libraries that clashed and interfered with each other. Additionally, as some of the machine learning models were written in anaconda prompt, and the installation of these packages were different from that of command prompt.  We even had to downgrade the python version a couple of times.</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143e4fb13cb_2_5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5" name="Google Shape;805;g143e4fb13cb_2_5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 Moving on to the additional steps to turn the POC into a full analytical solution. The team agreed that the 4 points on the screen should be addressed first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143e4fb13cb_2_5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8" name="Google Shape;818;g143e4fb13cb_2_5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Some future challenges we foresee include:</a:t>
            </a:r>
            <a:endParaRPr/>
          </a:p>
          <a:p>
            <a:pPr marL="0" lvl="0" indent="0" algn="l" rtl="0">
              <a:lnSpc>
                <a:spcPct val="100000"/>
              </a:lnSpc>
              <a:spcBef>
                <a:spcPts val="0"/>
              </a:spcBef>
              <a:spcAft>
                <a:spcPts val="0"/>
              </a:spcAft>
              <a:buClr>
                <a:schemeClr val="dk1"/>
              </a:buClr>
              <a:buSzPts val="1100"/>
              <a:buFont typeface="Arial"/>
              <a:buNone/>
            </a:pPr>
            <a:r>
              <a:rPr lang="en"/>
              <a:t>1.  The correlations for certain stocks might not be as strong</a:t>
            </a:r>
            <a:endParaRPr/>
          </a:p>
          <a:p>
            <a:pPr marL="0" lvl="0" indent="0" algn="l" rtl="0">
              <a:lnSpc>
                <a:spcPct val="100000"/>
              </a:lnSpc>
              <a:spcBef>
                <a:spcPts val="0"/>
              </a:spcBef>
              <a:spcAft>
                <a:spcPts val="0"/>
              </a:spcAft>
              <a:buClr>
                <a:schemeClr val="dk1"/>
              </a:buClr>
              <a:buSzPts val="1100"/>
              <a:buFont typeface="Arial"/>
              <a:buNone/>
            </a:pPr>
            <a:r>
              <a:rPr lang="en"/>
              <a:t>2.  Speed of scraping, cleaning the data and running models on the data might be extremely long. </a:t>
            </a:r>
            <a:endParaRPr/>
          </a:p>
          <a:p>
            <a:pPr marL="0" lvl="0" indent="0" algn="l" rtl="0">
              <a:lnSpc>
                <a:spcPct val="100000"/>
              </a:lnSpc>
              <a:spcBef>
                <a:spcPts val="0"/>
              </a:spcBef>
              <a:spcAft>
                <a:spcPts val="0"/>
              </a:spcAft>
              <a:buClr>
                <a:schemeClr val="dk1"/>
              </a:buClr>
              <a:buSzPts val="1100"/>
              <a:buFont typeface="Arial"/>
              <a:buNone/>
            </a:pPr>
            <a:r>
              <a:rPr lang="en"/>
              <a:t>3.  Lack of data – there are lesser people mentioning about small cap stocks compared to big cap stocks, which might result in inaccuracies due to its small sample size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143e4fb13cb_2_5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9" name="Google Shape;829;g143e4fb13cb_2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4A8CFF"/>
                </a:solidFill>
              </a:rPr>
              <a:t>Benefits can be measured based on the following:</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1.  Measure the time saved vs manually analyzing news sources </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2.  Measure of risk through the volatility of the user’s portfolio after using the application between actual and experted returns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3.  Measure the overall revenue after using the application </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a:solidFill>
                <a:srgbClr val="4A8CFF"/>
              </a:solidFill>
            </a:endParaRPr>
          </a:p>
          <a:p>
            <a:pPr marL="0" lvl="0" indent="0" algn="l" rtl="0">
              <a:lnSpc>
                <a:spcPct val="100000"/>
              </a:lnSpc>
              <a:spcBef>
                <a:spcPts val="0"/>
              </a:spcBef>
              <a:spcAft>
                <a:spcPts val="0"/>
              </a:spcAft>
              <a:buSzPts val="1100"/>
              <a:buNone/>
            </a:pPr>
            <a:endParaRPr>
              <a:solidFill>
                <a:srgbClr val="4A8CFF"/>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143e4fb13cb_2_5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g143e4fb13cb_2_5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Ultimately, the asset managers themselves have to make the decision of whether to buy, sell, or hold. However, this POC provides fast, detailed and more technical viewpoint in assisting the asset managers decision. Allowing asset managers to save time while earning more profits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143e4fb13cb_1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1" name="Google Shape;861;g143e4fb13cb_1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143e4fb13cb_2_6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143e4fb13cb_2_6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143e4fb13cb_2_6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4" name="Google Shape;874;g143e4fb13cb_2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4A8CFF"/>
                </a:solidFill>
              </a:rPr>
              <a:t>Social media platforms are gaining remarkable influence than ever before and are considered one of the fastest growing information systems for social applications.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They are considered the global centre of big data as people use their applications and spend excessive hours on these media outlets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All in all, social media sentiment analysis is a powerful tool in understanding the most important events and trends.</a:t>
            </a:r>
            <a:endParaRPr>
              <a:solidFill>
                <a:srgbClr val="4A8CFF"/>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143e4fb13cb_2_6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0" name="Google Shape;880;g143e4fb13cb_2_6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How i got this and to interpret this </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Column meaning  </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Good correlation is above 0.2 </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Below -0.2</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Price more correlation</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Explain why</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143e4fb13cb_2_6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g143e4fb13cb_2_6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As mentioned, company Tried to understand market sentiment by using sentiment indicators and keeping up with news, forums &amp; social media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SzPts val="1100"/>
              <a:buNone/>
            </a:pPr>
            <a:r>
              <a:rPr lang="en">
                <a:solidFill>
                  <a:schemeClr val="dk1"/>
                </a:solidFill>
              </a:rPr>
              <a:t>1</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Sentiment indicators</a:t>
            </a:r>
            <a:r>
              <a:rPr lang="en">
                <a:solidFill>
                  <a:schemeClr val="dk1"/>
                </a:solidFill>
              </a:rPr>
              <a:t> e.g. Put/Call ratio &amp; Volatility Index are typically used to determine whether a market is “bullish” or “bearish”.</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These indicators give a </a:t>
            </a:r>
            <a:r>
              <a:rPr lang="en" b="1">
                <a:solidFill>
                  <a:schemeClr val="dk1"/>
                </a:solidFill>
              </a:rPr>
              <a:t>quick overview of the general sentiment </a:t>
            </a:r>
            <a:r>
              <a:rPr lang="en">
                <a:solidFill>
                  <a:schemeClr val="dk1"/>
                </a:solidFill>
              </a:rPr>
              <a:t>in the market. However, </a:t>
            </a:r>
            <a:r>
              <a:rPr lang="en" b="1">
                <a:solidFill>
                  <a:schemeClr val="dk1"/>
                </a:solidFill>
              </a:rPr>
              <a:t>to obtain detailed information on individual sectors or explicit investment assets</a:t>
            </a:r>
            <a:r>
              <a:rPr lang="en">
                <a:solidFill>
                  <a:schemeClr val="dk1"/>
                </a:solidFill>
              </a:rPr>
              <a:t>, you have to use </a:t>
            </a:r>
            <a:r>
              <a:rPr lang="en" b="1">
                <a:solidFill>
                  <a:schemeClr val="dk1"/>
                </a:solidFill>
              </a:rPr>
              <a:t>more complex methods</a:t>
            </a:r>
            <a:r>
              <a:rPr lang="en">
                <a:solidFill>
                  <a:schemeClr val="dk1"/>
                </a:solidFill>
              </a:rPr>
              <a:t>. (</a:t>
            </a:r>
            <a:r>
              <a:rPr lang="en" b="1">
                <a:solidFill>
                  <a:schemeClr val="dk1"/>
                </a:solidFill>
              </a:rPr>
              <a:t>NLP</a:t>
            </a:r>
            <a:r>
              <a:rPr lang="en">
                <a:solidFill>
                  <a:schemeClr val="dk1"/>
                </a:solidFill>
              </a:rPr>
              <a:t> → sentiment analysis)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These </a:t>
            </a:r>
            <a:r>
              <a:rPr lang="en" b="1">
                <a:solidFill>
                  <a:schemeClr val="dk1"/>
                </a:solidFill>
              </a:rPr>
              <a:t>include news (economic, political and industry related) and social media. </a:t>
            </a:r>
            <a:endParaRPr b="1">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Which can impact stock market volatility, trading volume and company earnings.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These information are </a:t>
            </a:r>
            <a:r>
              <a:rPr lang="en" b="1">
                <a:solidFill>
                  <a:schemeClr val="dk1"/>
                </a:solidFill>
              </a:rPr>
              <a:t>difficult to collect, clean and analyze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2 sentiment analysis is very important and currently its still very manual. banks still hire 3rd party research teams to do this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SzPts val="1100"/>
              <a:buNone/>
            </a:pPr>
            <a:r>
              <a:rPr lang="en">
                <a:solidFill>
                  <a:schemeClr val="dk1"/>
                </a:solidFill>
              </a:rPr>
              <a:t>3 doing sentiment analysis alone is not sufficient is one of the problem. opportunity is to back up with some analysis that is not ambigious</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143e4fb13cb_2_6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8" name="Google Shape;898;g143e4fb13cb_2_6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Add more constraints</a:t>
            </a:r>
            <a:endParaRPr/>
          </a:p>
          <a:p>
            <a:pPr marL="0" lvl="0" indent="0" algn="l" rtl="0">
              <a:lnSpc>
                <a:spcPct val="100000"/>
              </a:lnSpc>
              <a:spcBef>
                <a:spcPts val="0"/>
              </a:spcBef>
              <a:spcAft>
                <a:spcPts val="0"/>
              </a:spcAft>
              <a:buSzPts val="1100"/>
              <a:buNone/>
            </a:pPr>
            <a:r>
              <a:rPr lang="en"/>
              <a:t>Weights are added but it can be hard to determine a good weight that is easily generalized </a:t>
            </a:r>
            <a:endParaRPr/>
          </a:p>
          <a:p>
            <a:pPr marL="0" lvl="0" indent="0" algn="l" rtl="0">
              <a:lnSpc>
                <a:spcPct val="100000"/>
              </a:lnSpc>
              <a:spcBef>
                <a:spcPts val="0"/>
              </a:spcBef>
              <a:spcAft>
                <a:spcPts val="0"/>
              </a:spcAft>
              <a:buSzPts val="1100"/>
              <a:buNone/>
            </a:pPr>
            <a:r>
              <a:rPr lang="en"/>
              <a:t>Likes is not a good measure </a:t>
            </a:r>
            <a:endParaRPr/>
          </a:p>
          <a:p>
            <a:pPr marL="0" lvl="0" indent="0" algn="l" rtl="0">
              <a:lnSpc>
                <a:spcPct val="100000"/>
              </a:lnSpc>
              <a:spcBef>
                <a:spcPts val="0"/>
              </a:spcBef>
              <a:spcAft>
                <a:spcPts val="0"/>
              </a:spcAft>
              <a:buSzPts val="1100"/>
              <a:buNone/>
            </a:pPr>
            <a:r>
              <a:rPr lang="en"/>
              <a:t>Followers is not a good measure </a:t>
            </a:r>
            <a:endParaRPr/>
          </a:p>
          <a:p>
            <a:pPr marL="0" lvl="0" indent="0" algn="l" rtl="0">
              <a:lnSpc>
                <a:spcPct val="100000"/>
              </a:lnSpc>
              <a:spcBef>
                <a:spcPts val="0"/>
              </a:spcBef>
              <a:spcAft>
                <a:spcPts val="0"/>
              </a:spcAft>
              <a:buSzPts val="1100"/>
              <a:buNone/>
            </a:pPr>
            <a:r>
              <a:rPr lang="en"/>
              <a:t>Moving average was used but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Best performance is being stricter with cleaner comments which increases correlation score which would give value to the user in terms of analyzing this info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How i got this and to interpret this </a:t>
            </a:r>
            <a:endParaRPr/>
          </a:p>
          <a:p>
            <a:pPr marL="0" lvl="0" indent="0" algn="l" rtl="0">
              <a:lnSpc>
                <a:spcPct val="100000"/>
              </a:lnSpc>
              <a:spcBef>
                <a:spcPts val="0"/>
              </a:spcBef>
              <a:spcAft>
                <a:spcPts val="0"/>
              </a:spcAft>
              <a:buSzPts val="1100"/>
              <a:buNone/>
            </a:pPr>
            <a:r>
              <a:rPr lang="en"/>
              <a:t>Column meaning </a:t>
            </a:r>
            <a:endParaRPr/>
          </a:p>
          <a:p>
            <a:pPr marL="0" lvl="0" indent="0" algn="l" rtl="0">
              <a:lnSpc>
                <a:spcPct val="100000"/>
              </a:lnSpc>
              <a:spcBef>
                <a:spcPts val="0"/>
              </a:spcBef>
              <a:spcAft>
                <a:spcPts val="0"/>
              </a:spcAft>
              <a:buSzPts val="1100"/>
              <a:buNone/>
            </a:pPr>
            <a:r>
              <a:rPr lang="en"/>
              <a:t>Color meaning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43e4fb13cb_2_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5" name="Google Shape;905;g143e4fb13cb_2_6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rgbClr val="4A8CFF"/>
                </a:solidFill>
              </a:rPr>
              <a:t>After analyzing Bluerock, we realised a couple of challenges.</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Firstly, is the presence of information overload. As Bluerock is currently tracking the news manually, the time taken to collect all these data would already suggest that they are late to join or exit the market. </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a:solidFill>
                  <a:srgbClr val="4A8CFF"/>
                </a:solidFill>
              </a:rPr>
              <a:t>Secondly, with the rising trend of online retail investors, individuals can contribute in the shift of market prices. The sentiment of these individuals cannot be captured through the news. There is a need for an alternative source of information.</a:t>
            </a:r>
            <a:endParaRPr>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strike="sngStrike">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rgbClr val="4A8CFF"/>
                </a:solidFill>
              </a:rPr>
              <a:t>These are the challenges we identified for the company. Firstly, due to the overload of information, it has become Especially hard to combine findings from manual reading of media platforms with technical analysis.</a:t>
            </a:r>
            <a:endParaRPr strike="sngStrike">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rgbClr val="4A8CFF"/>
                </a:solidFill>
              </a:rPr>
              <a:t>Secondly, it is important to stay updated, Yet, statistics for fundamental analysis only comes out once a quarter, making it hard for the company to keep up.</a:t>
            </a:r>
            <a:endParaRPr strike="sngStrike">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rgbClr val="4A8CFF"/>
                </a:solidFill>
              </a:rPr>
              <a:t>Lastly, there is the need for an x-factor as almost all companies are already doing what this company is doing with the tools provided out there, namely fundamental analysis, technical analysis &amp; manual reading of media platforms. Hence, it becomes hard to differentiate from competitors. </a:t>
            </a:r>
            <a:endParaRPr strike="sngStrike">
              <a:solidFill>
                <a:srgbClr val="4A8CFF"/>
              </a:solidFill>
            </a:endParaRPr>
          </a:p>
          <a:p>
            <a:pPr marL="0" lvl="0" indent="0" algn="l" rtl="0">
              <a:lnSpc>
                <a:spcPct val="100000"/>
              </a:lnSpc>
              <a:spcBef>
                <a:spcPts val="0"/>
              </a:spcBef>
              <a:spcAft>
                <a:spcPts val="0"/>
              </a:spcAft>
              <a:buClr>
                <a:schemeClr val="dk1"/>
              </a:buClr>
              <a:buSzPts val="1100"/>
              <a:buFont typeface="Arial"/>
              <a:buNone/>
            </a:pPr>
            <a:r>
              <a:rPr lang="en" strike="sngStrike">
                <a:solidFill>
                  <a:srgbClr val="4A8CFF"/>
                </a:solidFill>
              </a:rPr>
              <a:t>Hence, they are seeking novel ways to stand out. (competitive advantage)</a:t>
            </a:r>
            <a:endParaRPr strike="sngStrike">
              <a:solidFill>
                <a:srgbClr val="4A8CFF"/>
              </a:solidFill>
            </a:endParaRPr>
          </a:p>
          <a:p>
            <a:pPr marL="0" lvl="0" indent="0" algn="l" rtl="0">
              <a:lnSpc>
                <a:spcPct val="100000"/>
              </a:lnSpc>
              <a:spcBef>
                <a:spcPts val="0"/>
              </a:spcBef>
              <a:spcAft>
                <a:spcPts val="0"/>
              </a:spcAft>
              <a:buClr>
                <a:schemeClr val="dk1"/>
              </a:buClr>
              <a:buSzPts val="1100"/>
              <a:buFont typeface="Arial"/>
              <a:buNone/>
            </a:pPr>
            <a:endParaRPr strike="sngStrike">
              <a:solidFill>
                <a:srgbClr val="4A8CFF"/>
              </a:solidFill>
            </a:endParaRPr>
          </a:p>
          <a:p>
            <a:pPr marL="0" lvl="0" indent="0" algn="l" rtl="0">
              <a:lnSpc>
                <a:spcPct val="100000"/>
              </a:lnSpc>
              <a:spcBef>
                <a:spcPts val="0"/>
              </a:spcBef>
              <a:spcAft>
                <a:spcPts val="0"/>
              </a:spcAft>
              <a:buSzPts val="1100"/>
              <a:buNone/>
            </a:pPr>
            <a:r>
              <a:rPr lang="en" strike="sngStrike"/>
              <a:t>Sentiment -&gt; need a lot time to read news etc, and collate and understand them</a:t>
            </a:r>
            <a:endParaRPr strike="sngStrike"/>
          </a:p>
          <a:p>
            <a:pPr marL="0" lvl="0" indent="0" algn="l" rtl="0">
              <a:lnSpc>
                <a:spcPct val="100000"/>
              </a:lnSpc>
              <a:spcBef>
                <a:spcPts val="0"/>
              </a:spcBef>
              <a:spcAft>
                <a:spcPts val="0"/>
              </a:spcAft>
              <a:buSzPts val="1100"/>
              <a:buNone/>
            </a:pPr>
            <a:r>
              <a:rPr lang="en" strike="sngStrike"/>
              <a:t>Hard to combine findings from manually reading of news/twitters with technical analysis </a:t>
            </a:r>
            <a:endParaRPr strike="sngStrike"/>
          </a:p>
          <a:p>
            <a:pPr marL="0" lvl="0" indent="0" algn="l" rtl="0">
              <a:lnSpc>
                <a:spcPct val="100000"/>
              </a:lnSpc>
              <a:spcBef>
                <a:spcPts val="0"/>
              </a:spcBef>
              <a:spcAft>
                <a:spcPts val="0"/>
              </a:spcAft>
              <a:buSzPts val="1100"/>
              <a:buNone/>
            </a:pPr>
            <a:endParaRPr strike="sngStrike"/>
          </a:p>
          <a:p>
            <a:pPr marL="0" lvl="0" indent="0" algn="l" rtl="0">
              <a:lnSpc>
                <a:spcPct val="100000"/>
              </a:lnSpc>
              <a:spcBef>
                <a:spcPts val="0"/>
              </a:spcBef>
              <a:spcAft>
                <a:spcPts val="0"/>
              </a:spcAft>
              <a:buSzPts val="1100"/>
              <a:buNone/>
            </a:pPr>
            <a:r>
              <a:rPr lang="en" strike="sngStrike"/>
              <a:t>Fundamental analysis -&gt; only comes out once a quarter. dh timeseries/ much thing to analyse</a:t>
            </a:r>
            <a:endParaRPr strike="sngStrike"/>
          </a:p>
          <a:p>
            <a:pPr marL="0" lvl="0" indent="0" algn="l" rtl="0">
              <a:lnSpc>
                <a:spcPct val="100000"/>
              </a:lnSpc>
              <a:spcBef>
                <a:spcPts val="0"/>
              </a:spcBef>
              <a:spcAft>
                <a:spcPts val="0"/>
              </a:spcAft>
              <a:buSzPts val="1100"/>
              <a:buNone/>
            </a:pPr>
            <a:endParaRPr strike="sngStrike"/>
          </a:p>
          <a:p>
            <a:pPr marL="0" lvl="0" indent="0" algn="l" rtl="0">
              <a:lnSpc>
                <a:spcPct val="100000"/>
              </a:lnSpc>
              <a:spcBef>
                <a:spcPts val="0"/>
              </a:spcBef>
              <a:spcAft>
                <a:spcPts val="0"/>
              </a:spcAft>
              <a:buSzPts val="1100"/>
              <a:buNone/>
            </a:pPr>
            <a:r>
              <a:rPr lang="en" strike="sngStrike"/>
              <a:t>Technical analysis -&gt; everyone do</a:t>
            </a:r>
            <a:endParaRPr strike="sngStrike"/>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143e4fb13cb_2_6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7" name="Google Shape;917;g143e4fb13cb_2_6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can be used to determine investors’ opinions of a specific stock or asset. </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Sentiment drives demand and supply, which in turn leads to price movements.</a:t>
            </a:r>
            <a:endParaRPr>
              <a:solidFill>
                <a:schemeClr val="dk1"/>
              </a:solidFill>
              <a:highlight>
                <a:srgbClr val="FFFF00"/>
              </a:highlight>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143e4fb13cb_2_6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g143e4fb13cb_2_6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solidFill>
                  <a:schemeClr val="dk1"/>
                </a:solidFill>
              </a:rPr>
              <a:t>Here is how we conducted our preliminary data cleaning. Some important things to note is that we removed,URLS, hashtags, mentions, emojis and stopwords. We also drop comments with less than 5 words as we felt most were redundant and spams. Additionally we standardised the format across all platforms to ensure fairness when conducting sentiment analysis.</a:t>
            </a:r>
            <a:endParaRPr sz="1000" i="1">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SzPts val="1100"/>
              <a:buNone/>
            </a:pPr>
            <a:endParaRPr sz="1000" i="1">
              <a:solidFill>
                <a:srgbClr val="202124"/>
              </a:solidFill>
              <a:highlight>
                <a:schemeClr val="lt1"/>
              </a:highlight>
              <a:latin typeface="Roboto"/>
              <a:ea typeface="Roboto"/>
              <a:cs typeface="Roboto"/>
              <a:sym typeface="Roboto"/>
            </a:endParaRPr>
          </a:p>
          <a:p>
            <a:pPr marL="0" lvl="0" indent="0" algn="l" rtl="0">
              <a:lnSpc>
                <a:spcPct val="100000"/>
              </a:lnSpc>
              <a:spcBef>
                <a:spcPts val="0"/>
              </a:spcBef>
              <a:spcAft>
                <a:spcPts val="0"/>
              </a:spcAft>
              <a:buSzPts val="1100"/>
              <a:buNone/>
            </a:pPr>
            <a:r>
              <a:rPr lang="en" sz="1000" i="1">
                <a:solidFill>
                  <a:srgbClr val="202124"/>
                </a:solidFill>
                <a:highlight>
                  <a:schemeClr val="lt1"/>
                </a:highlight>
                <a:latin typeface="Roboto"/>
                <a:ea typeface="Roboto"/>
                <a:cs typeface="Roboto"/>
                <a:sym typeface="Roboto"/>
              </a:rPr>
              <a:t>&amp; may possibly include some preliminary data analysis results </a:t>
            </a:r>
            <a:endParaRPr i="1">
              <a:solidFill>
                <a:schemeClr val="dk1"/>
              </a:solidFill>
            </a:endParaRPr>
          </a:p>
          <a:p>
            <a:pPr marL="0" lvl="0" indent="0" algn="l" rtl="0">
              <a:lnSpc>
                <a:spcPct val="100000"/>
              </a:lnSpc>
              <a:spcBef>
                <a:spcPts val="0"/>
              </a:spcBef>
              <a:spcAft>
                <a:spcPts val="0"/>
              </a:spcAft>
              <a:buSzPts val="1100"/>
              <a:buNone/>
            </a:pPr>
            <a:r>
              <a:rPr lang="en">
                <a:solidFill>
                  <a:schemeClr val="dk1"/>
                </a:solidFill>
              </a:rPr>
              <a:t>             </a:t>
            </a:r>
            <a:endParaRPr>
              <a:solidFill>
                <a:schemeClr val="dk1"/>
              </a:solidFill>
            </a:endParaRPr>
          </a:p>
          <a:p>
            <a:pPr marL="0" lvl="0" indent="0" algn="l" rtl="0">
              <a:lnSpc>
                <a:spcPct val="100000"/>
              </a:lnSpc>
              <a:spcBef>
                <a:spcPts val="0"/>
              </a:spcBef>
              <a:spcAft>
                <a:spcPts val="0"/>
              </a:spcAft>
              <a:buSzPts val="1100"/>
              <a:buNone/>
            </a:pPr>
            <a:r>
              <a:rPr lang="en"/>
              <a:t>Remove </a:t>
            </a:r>
            <a:endParaRPr/>
          </a:p>
          <a:p>
            <a:pPr marL="457200" lvl="0" indent="-298450" algn="l" rtl="0">
              <a:lnSpc>
                <a:spcPct val="100000"/>
              </a:lnSpc>
              <a:spcBef>
                <a:spcPts val="0"/>
              </a:spcBef>
              <a:spcAft>
                <a:spcPts val="0"/>
              </a:spcAft>
              <a:buSzPts val="1100"/>
              <a:buChar char="●"/>
            </a:pPr>
            <a:r>
              <a:rPr lang="en"/>
              <a:t>unnecessary columns or features </a:t>
            </a:r>
            <a:endParaRPr/>
          </a:p>
          <a:p>
            <a:pPr marL="457200" lvl="0" indent="-298450" algn="l" rtl="0">
              <a:lnSpc>
                <a:spcPct val="100000"/>
              </a:lnSpc>
              <a:spcBef>
                <a:spcPts val="0"/>
              </a:spcBef>
              <a:spcAft>
                <a:spcPts val="0"/>
              </a:spcAft>
              <a:buSzPts val="1100"/>
              <a:buChar char="●"/>
            </a:pPr>
            <a:r>
              <a:rPr lang="en"/>
              <a:t>Remove stop words and repetitive words - eg you i him, tsla , stock </a:t>
            </a:r>
            <a:endParaRPr/>
          </a:p>
          <a:p>
            <a:pPr marL="457200" lvl="0" indent="-298450" algn="l" rtl="0">
              <a:lnSpc>
                <a:spcPct val="100000"/>
              </a:lnSpc>
              <a:spcBef>
                <a:spcPts val="0"/>
              </a:spcBef>
              <a:spcAft>
                <a:spcPts val="0"/>
              </a:spcAft>
              <a:buSzPts val="1100"/>
              <a:buChar char="●"/>
            </a:pPr>
            <a:r>
              <a:rPr lang="en"/>
              <a:t>Remove comments with less than 5 words - spam or bots </a:t>
            </a:r>
            <a:endParaRPr/>
          </a:p>
          <a:p>
            <a:pPr marL="0" lvl="0" indent="0" algn="l" rtl="0">
              <a:lnSpc>
                <a:spcPct val="100000"/>
              </a:lnSpc>
              <a:spcBef>
                <a:spcPts val="0"/>
              </a:spcBef>
              <a:spcAft>
                <a:spcPts val="0"/>
              </a:spcAft>
              <a:buClr>
                <a:schemeClr val="dk1"/>
              </a:buClr>
              <a:buSzPts val="1100"/>
              <a:buFont typeface="Arial"/>
              <a:buNone/>
            </a:pPr>
            <a:r>
              <a:rPr lang="en"/>
              <a:t>Drop rows with empty comment or datetime</a:t>
            </a:r>
            <a:endParaRPr/>
          </a:p>
          <a:p>
            <a:pPr marL="0" lvl="0" indent="0" algn="l" rtl="0">
              <a:lnSpc>
                <a:spcPct val="100000"/>
              </a:lnSpc>
              <a:spcBef>
                <a:spcPts val="0"/>
              </a:spcBef>
              <a:spcAft>
                <a:spcPts val="0"/>
              </a:spcAft>
              <a:buClr>
                <a:schemeClr val="dk1"/>
              </a:buClr>
              <a:buSzPts val="1100"/>
              <a:buFont typeface="Arial"/>
              <a:buNone/>
            </a:pPr>
            <a:r>
              <a:rPr lang="en"/>
              <a:t>Using Regex, remove URLs, hashtags, mentions, emojis</a:t>
            </a:r>
            <a:endParaRPr/>
          </a:p>
          <a:p>
            <a:pPr marL="0" lvl="0" indent="0" algn="l" rtl="0">
              <a:lnSpc>
                <a:spcPct val="100000"/>
              </a:lnSpc>
              <a:spcBef>
                <a:spcPts val="0"/>
              </a:spcBef>
              <a:spcAft>
                <a:spcPts val="0"/>
              </a:spcAft>
              <a:buSzPts val="1100"/>
              <a:buNone/>
            </a:pPr>
            <a:r>
              <a:rPr lang="en"/>
              <a:t>Format datetime across all platforms </a:t>
            </a:r>
            <a:endParaRPr/>
          </a:p>
          <a:p>
            <a:pPr marL="0" lvl="0" indent="0" algn="l" rtl="0">
              <a:lnSpc>
                <a:spcPct val="100000"/>
              </a:lnSpc>
              <a:spcBef>
                <a:spcPts val="0"/>
              </a:spcBef>
              <a:spcAft>
                <a:spcPts val="0"/>
              </a:spcAft>
              <a:buSzPts val="1100"/>
              <a:buNone/>
            </a:pPr>
            <a:r>
              <a:rPr lang="en"/>
              <a:t>--</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Preprocessing:</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NLP: Remove useless words/vulgarities</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wrote a script to remove all the nonsense from the sentence </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put weights for some words</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Group by date sum the sentiment - everyday will have 500 comments and tweets - take the mean </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143e4fb13cb_2_8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4" name="Google Shape;954;g143e4fb13cb_2_8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So the team acknowledges that there is some form of biases in our findings. As each social media platforms has its own targeted age demographic, and taking from an individual social media platform would be bias. As such the team has explored a multitude of online platforms to make our findings more generalisable.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u="sng">
                <a:solidFill>
                  <a:schemeClr val="hlink"/>
                </a:solidFill>
                <a:hlinkClick r:id="rId3"/>
              </a:rPr>
              <a:t>https://napoleoncat.com/stats/facebook-users-in-singapore/2020/01#:~:text=There%20were%204%20440%20000,group%20(1%20540%20000)</a:t>
            </a:r>
            <a:r>
              <a:rPr lang="en"/>
              <a:t>. </a:t>
            </a:r>
            <a:endParaRPr/>
          </a:p>
          <a:p>
            <a:pPr marL="0" lvl="0" indent="0" algn="l" rtl="0">
              <a:lnSpc>
                <a:spcPct val="100000"/>
              </a:lnSpc>
              <a:spcBef>
                <a:spcPts val="0"/>
              </a:spcBef>
              <a:spcAft>
                <a:spcPts val="0"/>
              </a:spcAft>
              <a:buSzPts val="1100"/>
              <a:buNone/>
            </a:pPr>
            <a:r>
              <a:rPr lang="en" u="sng">
                <a:solidFill>
                  <a:schemeClr val="hlink"/>
                </a:solidFill>
                <a:hlinkClick r:id="rId4"/>
              </a:rPr>
              <a:t>https://mediaonemarketing.com.sg/social-media-marketing-singapore-guide/</a:t>
            </a:r>
            <a:r>
              <a:rPr lang="en"/>
              <a:t> </a:t>
            </a:r>
            <a:endParaRPr/>
          </a:p>
          <a:p>
            <a:pPr marL="0" lvl="0" indent="0" algn="l" rtl="0">
              <a:lnSpc>
                <a:spcPct val="100000"/>
              </a:lnSpc>
              <a:spcBef>
                <a:spcPts val="0"/>
              </a:spcBef>
              <a:spcAft>
                <a:spcPts val="0"/>
              </a:spcAft>
              <a:buSzPts val="1100"/>
              <a:buNone/>
            </a:pPr>
            <a:r>
              <a:rPr lang="en" u="sng">
                <a:solidFill>
                  <a:schemeClr val="hlink"/>
                </a:solidFill>
                <a:hlinkClick r:id="rId5"/>
              </a:rPr>
              <a:t>https://www.sphmagazines.com.sg/magazines/hardwarezone-com#:~:text=With%20over%20700%2C000%20members%2C%2045,specialized%20forum%20engagement%20package%20options</a:t>
            </a:r>
            <a:r>
              <a:rPr lang="en"/>
              <a:t>. </a:t>
            </a:r>
            <a:endParaRPr/>
          </a:p>
          <a:p>
            <a:pPr marL="0" lvl="0" indent="0" algn="l" rtl="0">
              <a:lnSpc>
                <a:spcPct val="100000"/>
              </a:lnSpc>
              <a:spcBef>
                <a:spcPts val="0"/>
              </a:spcBef>
              <a:spcAft>
                <a:spcPts val="0"/>
              </a:spcAft>
              <a:buSzPts val="1100"/>
              <a:buNone/>
            </a:pPr>
            <a:r>
              <a:rPr lang="en" u="sng">
                <a:solidFill>
                  <a:schemeClr val="hlink"/>
                </a:solidFill>
                <a:hlinkClick r:id="rId6"/>
              </a:rPr>
              <a:t>https://napoleoncat.com/stats/instagram-users-in-singapore/2020/01#:~:text=There%20were%202%20069%20000,user%20group%20(830%20000)</a:t>
            </a:r>
            <a:r>
              <a:rPr lang="en"/>
              <a:t>. </a:t>
            </a:r>
            <a:endParaRPr/>
          </a:p>
          <a:p>
            <a:pPr marL="0" lvl="0" indent="0" algn="l" rtl="0">
              <a:lnSpc>
                <a:spcPct val="100000"/>
              </a:lnSpc>
              <a:spcBef>
                <a:spcPts val="0"/>
              </a:spcBef>
              <a:spcAft>
                <a:spcPts val="0"/>
              </a:spcAft>
              <a:buSzPts val="1100"/>
              <a:buNone/>
            </a:pPr>
            <a:r>
              <a:rPr lang="en" u="sng">
                <a:solidFill>
                  <a:schemeClr val="hlink"/>
                </a:solidFill>
                <a:hlinkClick r:id="rId7"/>
              </a:rPr>
              <a:t>https://sproutsocial.com/insights/instagram-vs-facebook/</a:t>
            </a:r>
            <a:r>
              <a:rPr lang="en"/>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143e4fb13cb_2_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2" name="Google Shape;972;g143e4fb13cb_2_8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To show examples of lousy comments -&gt; so to prove the need for modelling</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143e4fb13cb_2_8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2" name="Google Shape;982;g143e4fb13cb_2_8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143e4fb13cb_2_8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8" name="Google Shape;988;g143e4fb13cb_2_8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a:solidFill>
                  <a:srgbClr val="4A8CFF"/>
                </a:solidFill>
                <a:highlight>
                  <a:schemeClr val="lt1"/>
                </a:highlight>
              </a:rPr>
              <a:t>after losing clients to competitors, Our client company is Considering new methods and have sought us to help to that end.</a:t>
            </a:r>
            <a:endParaRPr>
              <a:solidFill>
                <a:srgbClr val="4A8CFF"/>
              </a:solidFill>
              <a:highlight>
                <a:schemeClr val="lt1"/>
              </a:highlight>
            </a:endParaRPr>
          </a:p>
          <a:p>
            <a:pPr marL="0" lvl="0" indent="0" algn="l" rtl="0">
              <a:lnSpc>
                <a:spcPct val="115000"/>
              </a:lnSpc>
              <a:spcBef>
                <a:spcPts val="0"/>
              </a:spcBef>
              <a:spcAft>
                <a:spcPts val="0"/>
              </a:spcAft>
              <a:buSzPts val="1100"/>
              <a:buNone/>
            </a:pPr>
            <a:r>
              <a:rPr lang="en">
                <a:solidFill>
                  <a:srgbClr val="4A8CFF"/>
                </a:solidFill>
                <a:highlight>
                  <a:schemeClr val="lt1"/>
                </a:highlight>
              </a:rPr>
              <a:t>They have been using traditional methods, for example fundamental analyses like studying a company's background, and technical analysis such as RSI. They have tried as much as possible to understand market sentiment by using sentiment indicators and keeping up with news, forums &amp; social media</a:t>
            </a:r>
            <a:endParaRPr>
              <a:solidFill>
                <a:srgbClr val="4A8CFF"/>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r>
              <a:rPr lang="en" strike="sngStrike">
                <a:solidFill>
                  <a:srgbClr val="4A8CFF"/>
                </a:solidFill>
                <a:highlight>
                  <a:schemeClr val="lt1"/>
                </a:highlight>
              </a:rPr>
              <a:t>Our investment company is one that Has been using traditional methods, for example fundamental analyses like studying a company's background, and technical analysis such as RSI. They have tried as much as possible to understand market sentiment by using sentiment indicators and keeping up with news, forums &amp; social media. However, after losing clients to competitors, they are Considering new methods and have sought us to help to that end.</a:t>
            </a:r>
            <a:endParaRPr strike="sngStrike">
              <a:solidFill>
                <a:srgbClr val="4A8CFF"/>
              </a:solidFill>
              <a:highlight>
                <a:schemeClr val="lt1"/>
              </a:highlight>
            </a:endParaRPr>
          </a:p>
          <a:p>
            <a:pPr marL="0" lvl="0" indent="0" algn="l" rtl="0">
              <a:lnSpc>
                <a:spcPct val="115000"/>
              </a:lnSpc>
              <a:spcBef>
                <a:spcPts val="0"/>
              </a:spcBef>
              <a:spcAft>
                <a:spcPts val="0"/>
              </a:spcAft>
              <a:buSzPts val="1100"/>
              <a:buNone/>
            </a:pPr>
            <a:endParaRPr>
              <a:solidFill>
                <a:schemeClr val="dk1"/>
              </a:solidFill>
              <a:highlight>
                <a:srgbClr val="FFFF00"/>
              </a:highlight>
            </a:endParaRPr>
          </a:p>
          <a:p>
            <a:pPr marL="0" lvl="0" indent="0" algn="l" rtl="0">
              <a:lnSpc>
                <a:spcPct val="115000"/>
              </a:lnSpc>
              <a:spcBef>
                <a:spcPts val="0"/>
              </a:spcBef>
              <a:spcAft>
                <a:spcPts val="0"/>
              </a:spcAft>
              <a:buSzPts val="1100"/>
              <a:buNone/>
            </a:pPr>
            <a:r>
              <a:rPr lang="en">
                <a:solidFill>
                  <a:schemeClr val="dk1"/>
                </a:solidFill>
                <a:highlight>
                  <a:srgbClr val="FFFF00"/>
                </a:highlight>
              </a:rPr>
              <a:t>Maybe can fluff up some fictional organisation background related stuff? E.g. name, whats their business context, generic problem statement</a:t>
            </a:r>
            <a:endParaRPr>
              <a:solidFill>
                <a:schemeClr val="dk1"/>
              </a:solidFill>
              <a:highlight>
                <a:srgbClr val="FFFF00"/>
              </a:highlight>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Technical analysis e.g. RSI, Stochastic</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 news, forums &amp; social media </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Or Supply chain company? But might affect stocks we choose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business context first then why they need us</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been using traditional analysis But not earning much</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then they saw opportunities of stock volume/prices being affected</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Mainly analyses sentiments of the market for investments</a:t>
            </a:r>
            <a:endParaRPr>
              <a:solidFill>
                <a:schemeClr val="dk1"/>
              </a:solidFill>
            </a:endParaRPr>
          </a:p>
          <a:p>
            <a:pPr marL="0" lvl="0" indent="0" algn="l" rtl="0">
              <a:lnSpc>
                <a:spcPct val="100000"/>
              </a:lnSpc>
              <a:spcBef>
                <a:spcPts val="0"/>
              </a:spcBef>
              <a:spcAft>
                <a:spcPts val="0"/>
              </a:spcAft>
              <a:buSzPts val="1100"/>
              <a:buNone/>
            </a:pPr>
            <a:r>
              <a:rPr lang="en">
                <a:solidFill>
                  <a:schemeClr val="dk1"/>
                </a:solidFill>
              </a:rPr>
              <a:t>Clients believe that sentiments are an important factors in moving the market</a:t>
            </a: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143e4fb13cb_2_8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4" name="Google Shape;994;g143e4fb13cb_2_8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Show the correlation is trash but we scrape all the sites but has a lot of noise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Show them how we reduce noise by sieving out useless comments and biases using a classification model.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Features: (How long ago the account was created (bots), How many tweets this account has (spam),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We will improve the sentiment analysis by improving our own analysis model adjusting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TSLA AAPL </a:t>
            </a:r>
            <a:endParaRPr/>
          </a:p>
          <a:p>
            <a:pPr marL="0" lvl="0" indent="0" algn="l" rtl="0">
              <a:lnSpc>
                <a:spcPct val="100000"/>
              </a:lnSpc>
              <a:spcBef>
                <a:spcPts val="0"/>
              </a:spcBef>
              <a:spcAft>
                <a:spcPts val="0"/>
              </a:spcAft>
              <a:buSzPts val="1100"/>
              <a:buNone/>
            </a:pPr>
            <a:r>
              <a:rPr lang="en"/>
              <a:t>(1 week) </a:t>
            </a:r>
            <a:endParaRPr/>
          </a:p>
          <a:p>
            <a:pPr marL="0" lvl="0" indent="0" algn="l" rtl="0">
              <a:lnSpc>
                <a:spcPct val="100000"/>
              </a:lnSpc>
              <a:spcBef>
                <a:spcPts val="0"/>
              </a:spcBef>
              <a:spcAft>
                <a:spcPts val="0"/>
              </a:spcAft>
              <a:buSzPts val="1100"/>
              <a:buNone/>
            </a:pPr>
            <a:r>
              <a:rPr lang="en"/>
              <a:t>Reddit </a:t>
            </a:r>
            <a:endParaRPr/>
          </a:p>
          <a:p>
            <a:pPr marL="0" lvl="0" indent="0" algn="l" rtl="0">
              <a:lnSpc>
                <a:spcPct val="100000"/>
              </a:lnSpc>
              <a:spcBef>
                <a:spcPts val="0"/>
              </a:spcBef>
              <a:spcAft>
                <a:spcPts val="0"/>
              </a:spcAft>
              <a:buSzPts val="1100"/>
              <a:buNone/>
            </a:pPr>
            <a:r>
              <a:rPr lang="en"/>
              <a:t>News </a:t>
            </a:r>
            <a:endParaRPr/>
          </a:p>
          <a:p>
            <a:pPr marL="0" lvl="0" indent="0" algn="l" rtl="0">
              <a:lnSpc>
                <a:spcPct val="100000"/>
              </a:lnSpc>
              <a:spcBef>
                <a:spcPts val="0"/>
              </a:spcBef>
              <a:spcAft>
                <a:spcPts val="0"/>
              </a:spcAft>
              <a:buSzPts val="1100"/>
              <a:buNone/>
            </a:pPr>
            <a:r>
              <a:rPr lang="en"/>
              <a:t>Twitter </a:t>
            </a:r>
            <a:endParaRPr/>
          </a:p>
          <a:p>
            <a:pPr marL="0" lvl="0" indent="0" algn="l" rtl="0">
              <a:lnSpc>
                <a:spcPct val="100000"/>
              </a:lnSpc>
              <a:spcBef>
                <a:spcPts val="0"/>
              </a:spcBef>
              <a:spcAft>
                <a:spcPts val="0"/>
              </a:spcAft>
              <a:buSzPts val="1100"/>
              <a:buNone/>
            </a:pPr>
            <a:r>
              <a:rPr lang="en"/>
              <a:t>Stocktwits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Per hour basis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Price 20th - 24th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143e4fb13cb_2_8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0" name="Google Shape;1000;g143e4fb13cb_2_8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Volatility Sharpe ratio returns series* for 5 days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txBox="1">
            <a:spLocks noGrp="1"/>
          </p:cNvSpPr>
          <p:nvPr>
            <p:ph type="ctrTitle"/>
          </p:nvPr>
        </p:nvSpPr>
        <p:spPr>
          <a:xfrm>
            <a:off x="1643858" y="1172225"/>
            <a:ext cx="6770700" cy="20526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5200"/>
              <a:buNone/>
              <a:defRPr sz="53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5" name="Google Shape;55;p14"/>
          <p:cNvSpPr txBox="1">
            <a:spLocks noGrp="1"/>
          </p:cNvSpPr>
          <p:nvPr>
            <p:ph type="subTitle" idx="1"/>
          </p:nvPr>
        </p:nvSpPr>
        <p:spPr>
          <a:xfrm>
            <a:off x="1643852" y="3261775"/>
            <a:ext cx="6770700" cy="557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6" name="Google Shape;56;p14"/>
          <p:cNvSpPr/>
          <p:nvPr/>
        </p:nvSpPr>
        <p:spPr>
          <a:xfrm>
            <a:off x="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59" name="Google Shape;59;p15"/>
          <p:cNvSpPr txBox="1">
            <a:spLocks noGrp="1"/>
          </p:cNvSpPr>
          <p:nvPr>
            <p:ph type="ctrTitle" idx="2"/>
          </p:nvPr>
        </p:nvSpPr>
        <p:spPr>
          <a:xfrm>
            <a:off x="2310350" y="1446813"/>
            <a:ext cx="2150400" cy="384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000"/>
              <a:buFont typeface="Montserrat"/>
              <a:buNone/>
              <a:defRPr sz="2000">
                <a:latin typeface="Montserrat"/>
                <a:ea typeface="Montserrat"/>
                <a:cs typeface="Montserrat"/>
                <a:sym typeface="Montserrat"/>
              </a:defRPr>
            </a:lvl2pPr>
            <a:lvl3pPr lvl="2" algn="l">
              <a:lnSpc>
                <a:spcPct val="100000"/>
              </a:lnSpc>
              <a:spcBef>
                <a:spcPts val="0"/>
              </a:spcBef>
              <a:spcAft>
                <a:spcPts val="0"/>
              </a:spcAft>
              <a:buSzPts val="2000"/>
              <a:buFont typeface="Montserrat"/>
              <a:buNone/>
              <a:defRPr sz="2000">
                <a:latin typeface="Montserrat"/>
                <a:ea typeface="Montserrat"/>
                <a:cs typeface="Montserrat"/>
                <a:sym typeface="Montserrat"/>
              </a:defRPr>
            </a:lvl3pPr>
            <a:lvl4pPr lvl="3" algn="l">
              <a:lnSpc>
                <a:spcPct val="100000"/>
              </a:lnSpc>
              <a:spcBef>
                <a:spcPts val="0"/>
              </a:spcBef>
              <a:spcAft>
                <a:spcPts val="0"/>
              </a:spcAft>
              <a:buSzPts val="2000"/>
              <a:buFont typeface="Montserrat"/>
              <a:buNone/>
              <a:defRPr sz="2000">
                <a:latin typeface="Montserrat"/>
                <a:ea typeface="Montserrat"/>
                <a:cs typeface="Montserrat"/>
                <a:sym typeface="Montserrat"/>
              </a:defRPr>
            </a:lvl4pPr>
            <a:lvl5pPr lvl="4" algn="l">
              <a:lnSpc>
                <a:spcPct val="100000"/>
              </a:lnSpc>
              <a:spcBef>
                <a:spcPts val="0"/>
              </a:spcBef>
              <a:spcAft>
                <a:spcPts val="0"/>
              </a:spcAft>
              <a:buSzPts val="2000"/>
              <a:buFont typeface="Montserrat"/>
              <a:buNone/>
              <a:defRPr sz="2000">
                <a:latin typeface="Montserrat"/>
                <a:ea typeface="Montserrat"/>
                <a:cs typeface="Montserrat"/>
                <a:sym typeface="Montserrat"/>
              </a:defRPr>
            </a:lvl5pPr>
            <a:lvl6pPr lvl="5" algn="l">
              <a:lnSpc>
                <a:spcPct val="100000"/>
              </a:lnSpc>
              <a:spcBef>
                <a:spcPts val="0"/>
              </a:spcBef>
              <a:spcAft>
                <a:spcPts val="0"/>
              </a:spcAft>
              <a:buSzPts val="2000"/>
              <a:buFont typeface="Montserrat"/>
              <a:buNone/>
              <a:defRPr sz="2000">
                <a:latin typeface="Montserrat"/>
                <a:ea typeface="Montserrat"/>
                <a:cs typeface="Montserrat"/>
                <a:sym typeface="Montserrat"/>
              </a:defRPr>
            </a:lvl6pPr>
            <a:lvl7pPr lvl="6" algn="l">
              <a:lnSpc>
                <a:spcPct val="100000"/>
              </a:lnSpc>
              <a:spcBef>
                <a:spcPts val="0"/>
              </a:spcBef>
              <a:spcAft>
                <a:spcPts val="0"/>
              </a:spcAft>
              <a:buSzPts val="2000"/>
              <a:buFont typeface="Montserrat"/>
              <a:buNone/>
              <a:defRPr sz="2000">
                <a:latin typeface="Montserrat"/>
                <a:ea typeface="Montserrat"/>
                <a:cs typeface="Montserrat"/>
                <a:sym typeface="Montserrat"/>
              </a:defRPr>
            </a:lvl7pPr>
            <a:lvl8pPr lvl="7" algn="l">
              <a:lnSpc>
                <a:spcPct val="100000"/>
              </a:lnSpc>
              <a:spcBef>
                <a:spcPts val="0"/>
              </a:spcBef>
              <a:spcAft>
                <a:spcPts val="0"/>
              </a:spcAft>
              <a:buSzPts val="2000"/>
              <a:buFont typeface="Montserrat"/>
              <a:buNone/>
              <a:defRPr sz="2000">
                <a:latin typeface="Montserrat"/>
                <a:ea typeface="Montserrat"/>
                <a:cs typeface="Montserrat"/>
                <a:sym typeface="Montserrat"/>
              </a:defRPr>
            </a:lvl8pPr>
            <a:lvl9pPr lvl="8" algn="l">
              <a:lnSpc>
                <a:spcPct val="100000"/>
              </a:lnSpc>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0" name="Google Shape;60;p15"/>
          <p:cNvSpPr txBox="1">
            <a:spLocks noGrp="1"/>
          </p:cNvSpPr>
          <p:nvPr>
            <p:ph type="title" idx="3"/>
          </p:nvPr>
        </p:nvSpPr>
        <p:spPr>
          <a:xfrm>
            <a:off x="717800" y="1521025"/>
            <a:ext cx="1493400" cy="941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8000"/>
              <a:buNone/>
              <a:defRPr sz="7000">
                <a:solidFill>
                  <a:srgbClr val="4A8CFF"/>
                </a:solidFill>
              </a:defRPr>
            </a:lvl1pPr>
            <a:lvl2pPr lvl="1"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endParaRPr/>
          </a:p>
        </p:txBody>
      </p:sp>
      <p:sp>
        <p:nvSpPr>
          <p:cNvPr id="61" name="Google Shape;61;p15"/>
          <p:cNvSpPr txBox="1">
            <a:spLocks noGrp="1"/>
          </p:cNvSpPr>
          <p:nvPr>
            <p:ph type="subTitle" idx="1"/>
          </p:nvPr>
        </p:nvSpPr>
        <p:spPr>
          <a:xfrm>
            <a:off x="2310350" y="1858875"/>
            <a:ext cx="2150400" cy="76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1400"/>
              <a:buFont typeface="Montserrat"/>
              <a:buNone/>
              <a:defRPr>
                <a:latin typeface="Montserrat"/>
                <a:ea typeface="Montserrat"/>
                <a:cs typeface="Montserrat"/>
                <a:sym typeface="Montserrat"/>
              </a:defRPr>
            </a:lvl2pPr>
            <a:lvl3pPr lvl="2" algn="l">
              <a:lnSpc>
                <a:spcPct val="100000"/>
              </a:lnSpc>
              <a:spcBef>
                <a:spcPts val="1600"/>
              </a:spcBef>
              <a:spcAft>
                <a:spcPts val="0"/>
              </a:spcAft>
              <a:buSzPts val="1400"/>
              <a:buFont typeface="Montserrat"/>
              <a:buNone/>
              <a:defRPr>
                <a:latin typeface="Montserrat"/>
                <a:ea typeface="Montserrat"/>
                <a:cs typeface="Montserrat"/>
                <a:sym typeface="Montserrat"/>
              </a:defRPr>
            </a:lvl3pPr>
            <a:lvl4pPr lvl="3" algn="l">
              <a:lnSpc>
                <a:spcPct val="100000"/>
              </a:lnSpc>
              <a:spcBef>
                <a:spcPts val="1600"/>
              </a:spcBef>
              <a:spcAft>
                <a:spcPts val="0"/>
              </a:spcAft>
              <a:buSzPts val="1400"/>
              <a:buFont typeface="Montserrat"/>
              <a:buNone/>
              <a:defRPr>
                <a:latin typeface="Montserrat"/>
                <a:ea typeface="Montserrat"/>
                <a:cs typeface="Montserrat"/>
                <a:sym typeface="Montserrat"/>
              </a:defRPr>
            </a:lvl4pPr>
            <a:lvl5pPr lvl="4" algn="l">
              <a:lnSpc>
                <a:spcPct val="100000"/>
              </a:lnSpc>
              <a:spcBef>
                <a:spcPts val="1600"/>
              </a:spcBef>
              <a:spcAft>
                <a:spcPts val="0"/>
              </a:spcAft>
              <a:buSzPts val="1400"/>
              <a:buFont typeface="Montserrat"/>
              <a:buNone/>
              <a:defRPr>
                <a:latin typeface="Montserrat"/>
                <a:ea typeface="Montserrat"/>
                <a:cs typeface="Montserrat"/>
                <a:sym typeface="Montserrat"/>
              </a:defRPr>
            </a:lvl5pPr>
            <a:lvl6pPr lvl="5" algn="l">
              <a:lnSpc>
                <a:spcPct val="100000"/>
              </a:lnSpc>
              <a:spcBef>
                <a:spcPts val="1600"/>
              </a:spcBef>
              <a:spcAft>
                <a:spcPts val="0"/>
              </a:spcAft>
              <a:buSzPts val="1400"/>
              <a:buFont typeface="Montserrat"/>
              <a:buNone/>
              <a:defRPr>
                <a:latin typeface="Montserrat"/>
                <a:ea typeface="Montserrat"/>
                <a:cs typeface="Montserrat"/>
                <a:sym typeface="Montserrat"/>
              </a:defRPr>
            </a:lvl6pPr>
            <a:lvl7pPr lvl="6" algn="l">
              <a:lnSpc>
                <a:spcPct val="100000"/>
              </a:lnSpc>
              <a:spcBef>
                <a:spcPts val="1600"/>
              </a:spcBef>
              <a:spcAft>
                <a:spcPts val="0"/>
              </a:spcAft>
              <a:buSzPts val="1400"/>
              <a:buFont typeface="Montserrat"/>
              <a:buNone/>
              <a:defRPr>
                <a:latin typeface="Montserrat"/>
                <a:ea typeface="Montserrat"/>
                <a:cs typeface="Montserrat"/>
                <a:sym typeface="Montserrat"/>
              </a:defRPr>
            </a:lvl7pPr>
            <a:lvl8pPr lvl="7" algn="l">
              <a:lnSpc>
                <a:spcPct val="100000"/>
              </a:lnSpc>
              <a:spcBef>
                <a:spcPts val="1600"/>
              </a:spcBef>
              <a:spcAft>
                <a:spcPts val="0"/>
              </a:spcAft>
              <a:buSzPts val="1400"/>
              <a:buFont typeface="Montserrat"/>
              <a:buNone/>
              <a:defRPr>
                <a:latin typeface="Montserrat"/>
                <a:ea typeface="Montserrat"/>
                <a:cs typeface="Montserrat"/>
                <a:sym typeface="Montserrat"/>
              </a:defRPr>
            </a:lvl8pPr>
            <a:lvl9pPr lvl="8" algn="l">
              <a:lnSpc>
                <a:spcPct val="100000"/>
              </a:lnSpc>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2" name="Google Shape;62;p15"/>
          <p:cNvSpPr txBox="1">
            <a:spLocks noGrp="1"/>
          </p:cNvSpPr>
          <p:nvPr>
            <p:ph type="ctrTitle" idx="4"/>
          </p:nvPr>
        </p:nvSpPr>
        <p:spPr>
          <a:xfrm>
            <a:off x="6233050" y="1446813"/>
            <a:ext cx="2150400" cy="384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000"/>
              <a:buFont typeface="Montserrat"/>
              <a:buNone/>
              <a:defRPr sz="2000">
                <a:latin typeface="Montserrat"/>
                <a:ea typeface="Montserrat"/>
                <a:cs typeface="Montserrat"/>
                <a:sym typeface="Montserrat"/>
              </a:defRPr>
            </a:lvl2pPr>
            <a:lvl3pPr lvl="2" algn="l">
              <a:lnSpc>
                <a:spcPct val="100000"/>
              </a:lnSpc>
              <a:spcBef>
                <a:spcPts val="0"/>
              </a:spcBef>
              <a:spcAft>
                <a:spcPts val="0"/>
              </a:spcAft>
              <a:buSzPts val="2000"/>
              <a:buFont typeface="Montserrat"/>
              <a:buNone/>
              <a:defRPr sz="2000">
                <a:latin typeface="Montserrat"/>
                <a:ea typeface="Montserrat"/>
                <a:cs typeface="Montserrat"/>
                <a:sym typeface="Montserrat"/>
              </a:defRPr>
            </a:lvl3pPr>
            <a:lvl4pPr lvl="3" algn="l">
              <a:lnSpc>
                <a:spcPct val="100000"/>
              </a:lnSpc>
              <a:spcBef>
                <a:spcPts val="0"/>
              </a:spcBef>
              <a:spcAft>
                <a:spcPts val="0"/>
              </a:spcAft>
              <a:buSzPts val="2000"/>
              <a:buFont typeface="Montserrat"/>
              <a:buNone/>
              <a:defRPr sz="2000">
                <a:latin typeface="Montserrat"/>
                <a:ea typeface="Montserrat"/>
                <a:cs typeface="Montserrat"/>
                <a:sym typeface="Montserrat"/>
              </a:defRPr>
            </a:lvl4pPr>
            <a:lvl5pPr lvl="4" algn="l">
              <a:lnSpc>
                <a:spcPct val="100000"/>
              </a:lnSpc>
              <a:spcBef>
                <a:spcPts val="0"/>
              </a:spcBef>
              <a:spcAft>
                <a:spcPts val="0"/>
              </a:spcAft>
              <a:buSzPts val="2000"/>
              <a:buFont typeface="Montserrat"/>
              <a:buNone/>
              <a:defRPr sz="2000">
                <a:latin typeface="Montserrat"/>
                <a:ea typeface="Montserrat"/>
                <a:cs typeface="Montserrat"/>
                <a:sym typeface="Montserrat"/>
              </a:defRPr>
            </a:lvl5pPr>
            <a:lvl6pPr lvl="5" algn="l">
              <a:lnSpc>
                <a:spcPct val="100000"/>
              </a:lnSpc>
              <a:spcBef>
                <a:spcPts val="0"/>
              </a:spcBef>
              <a:spcAft>
                <a:spcPts val="0"/>
              </a:spcAft>
              <a:buSzPts val="2000"/>
              <a:buFont typeface="Montserrat"/>
              <a:buNone/>
              <a:defRPr sz="2000">
                <a:latin typeface="Montserrat"/>
                <a:ea typeface="Montserrat"/>
                <a:cs typeface="Montserrat"/>
                <a:sym typeface="Montserrat"/>
              </a:defRPr>
            </a:lvl6pPr>
            <a:lvl7pPr lvl="6" algn="l">
              <a:lnSpc>
                <a:spcPct val="100000"/>
              </a:lnSpc>
              <a:spcBef>
                <a:spcPts val="0"/>
              </a:spcBef>
              <a:spcAft>
                <a:spcPts val="0"/>
              </a:spcAft>
              <a:buSzPts val="2000"/>
              <a:buFont typeface="Montserrat"/>
              <a:buNone/>
              <a:defRPr sz="2000">
                <a:latin typeface="Montserrat"/>
                <a:ea typeface="Montserrat"/>
                <a:cs typeface="Montserrat"/>
                <a:sym typeface="Montserrat"/>
              </a:defRPr>
            </a:lvl7pPr>
            <a:lvl8pPr lvl="7" algn="l">
              <a:lnSpc>
                <a:spcPct val="100000"/>
              </a:lnSpc>
              <a:spcBef>
                <a:spcPts val="0"/>
              </a:spcBef>
              <a:spcAft>
                <a:spcPts val="0"/>
              </a:spcAft>
              <a:buSzPts val="2000"/>
              <a:buFont typeface="Montserrat"/>
              <a:buNone/>
              <a:defRPr sz="2000">
                <a:latin typeface="Montserrat"/>
                <a:ea typeface="Montserrat"/>
                <a:cs typeface="Montserrat"/>
                <a:sym typeface="Montserrat"/>
              </a:defRPr>
            </a:lvl8pPr>
            <a:lvl9pPr lvl="8" algn="l">
              <a:lnSpc>
                <a:spcPct val="100000"/>
              </a:lnSpc>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3" name="Google Shape;63;p15"/>
          <p:cNvSpPr txBox="1">
            <a:spLocks noGrp="1"/>
          </p:cNvSpPr>
          <p:nvPr>
            <p:ph type="title" idx="5"/>
          </p:nvPr>
        </p:nvSpPr>
        <p:spPr>
          <a:xfrm>
            <a:off x="4686400" y="1521025"/>
            <a:ext cx="1493400" cy="941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8000"/>
              <a:buNone/>
              <a:defRPr sz="7000">
                <a:solidFill>
                  <a:srgbClr val="4A8CFF"/>
                </a:solidFill>
              </a:defRPr>
            </a:lvl1pPr>
            <a:lvl2pPr lvl="1"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endParaRPr/>
          </a:p>
        </p:txBody>
      </p:sp>
      <p:sp>
        <p:nvSpPr>
          <p:cNvPr id="64" name="Google Shape;64;p15"/>
          <p:cNvSpPr txBox="1">
            <a:spLocks noGrp="1"/>
          </p:cNvSpPr>
          <p:nvPr>
            <p:ph type="subTitle" idx="6"/>
          </p:nvPr>
        </p:nvSpPr>
        <p:spPr>
          <a:xfrm>
            <a:off x="6275800" y="1858878"/>
            <a:ext cx="2150400" cy="76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1400"/>
              <a:buFont typeface="Montserrat"/>
              <a:buNone/>
              <a:defRPr>
                <a:latin typeface="Montserrat"/>
                <a:ea typeface="Montserrat"/>
                <a:cs typeface="Montserrat"/>
                <a:sym typeface="Montserrat"/>
              </a:defRPr>
            </a:lvl2pPr>
            <a:lvl3pPr lvl="2" algn="l">
              <a:lnSpc>
                <a:spcPct val="100000"/>
              </a:lnSpc>
              <a:spcBef>
                <a:spcPts val="1600"/>
              </a:spcBef>
              <a:spcAft>
                <a:spcPts val="0"/>
              </a:spcAft>
              <a:buSzPts val="1400"/>
              <a:buFont typeface="Montserrat"/>
              <a:buNone/>
              <a:defRPr>
                <a:latin typeface="Montserrat"/>
                <a:ea typeface="Montserrat"/>
                <a:cs typeface="Montserrat"/>
                <a:sym typeface="Montserrat"/>
              </a:defRPr>
            </a:lvl3pPr>
            <a:lvl4pPr lvl="3" algn="l">
              <a:lnSpc>
                <a:spcPct val="100000"/>
              </a:lnSpc>
              <a:spcBef>
                <a:spcPts val="1600"/>
              </a:spcBef>
              <a:spcAft>
                <a:spcPts val="0"/>
              </a:spcAft>
              <a:buSzPts val="1400"/>
              <a:buFont typeface="Montserrat"/>
              <a:buNone/>
              <a:defRPr>
                <a:latin typeface="Montserrat"/>
                <a:ea typeface="Montserrat"/>
                <a:cs typeface="Montserrat"/>
                <a:sym typeface="Montserrat"/>
              </a:defRPr>
            </a:lvl4pPr>
            <a:lvl5pPr lvl="4" algn="l">
              <a:lnSpc>
                <a:spcPct val="100000"/>
              </a:lnSpc>
              <a:spcBef>
                <a:spcPts val="1600"/>
              </a:spcBef>
              <a:spcAft>
                <a:spcPts val="0"/>
              </a:spcAft>
              <a:buSzPts val="1400"/>
              <a:buFont typeface="Montserrat"/>
              <a:buNone/>
              <a:defRPr>
                <a:latin typeface="Montserrat"/>
                <a:ea typeface="Montserrat"/>
                <a:cs typeface="Montserrat"/>
                <a:sym typeface="Montserrat"/>
              </a:defRPr>
            </a:lvl5pPr>
            <a:lvl6pPr lvl="5" algn="l">
              <a:lnSpc>
                <a:spcPct val="100000"/>
              </a:lnSpc>
              <a:spcBef>
                <a:spcPts val="1600"/>
              </a:spcBef>
              <a:spcAft>
                <a:spcPts val="0"/>
              </a:spcAft>
              <a:buSzPts val="1400"/>
              <a:buFont typeface="Montserrat"/>
              <a:buNone/>
              <a:defRPr>
                <a:latin typeface="Montserrat"/>
                <a:ea typeface="Montserrat"/>
                <a:cs typeface="Montserrat"/>
                <a:sym typeface="Montserrat"/>
              </a:defRPr>
            </a:lvl6pPr>
            <a:lvl7pPr lvl="6" algn="l">
              <a:lnSpc>
                <a:spcPct val="100000"/>
              </a:lnSpc>
              <a:spcBef>
                <a:spcPts val="1600"/>
              </a:spcBef>
              <a:spcAft>
                <a:spcPts val="0"/>
              </a:spcAft>
              <a:buSzPts val="1400"/>
              <a:buFont typeface="Montserrat"/>
              <a:buNone/>
              <a:defRPr>
                <a:latin typeface="Montserrat"/>
                <a:ea typeface="Montserrat"/>
                <a:cs typeface="Montserrat"/>
                <a:sym typeface="Montserrat"/>
              </a:defRPr>
            </a:lvl7pPr>
            <a:lvl8pPr lvl="7" algn="l">
              <a:lnSpc>
                <a:spcPct val="100000"/>
              </a:lnSpc>
              <a:spcBef>
                <a:spcPts val="1600"/>
              </a:spcBef>
              <a:spcAft>
                <a:spcPts val="0"/>
              </a:spcAft>
              <a:buSzPts val="1400"/>
              <a:buFont typeface="Montserrat"/>
              <a:buNone/>
              <a:defRPr>
                <a:latin typeface="Montserrat"/>
                <a:ea typeface="Montserrat"/>
                <a:cs typeface="Montserrat"/>
                <a:sym typeface="Montserrat"/>
              </a:defRPr>
            </a:lvl8pPr>
            <a:lvl9pPr lvl="8" algn="l">
              <a:lnSpc>
                <a:spcPct val="100000"/>
              </a:lnSpc>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5" name="Google Shape;65;p15"/>
          <p:cNvSpPr txBox="1">
            <a:spLocks noGrp="1"/>
          </p:cNvSpPr>
          <p:nvPr>
            <p:ph type="ctrTitle" idx="7"/>
          </p:nvPr>
        </p:nvSpPr>
        <p:spPr>
          <a:xfrm>
            <a:off x="2310350" y="2868777"/>
            <a:ext cx="2150400" cy="384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000"/>
              <a:buFont typeface="Montserrat"/>
              <a:buNone/>
              <a:defRPr sz="2000">
                <a:latin typeface="Montserrat"/>
                <a:ea typeface="Montserrat"/>
                <a:cs typeface="Montserrat"/>
                <a:sym typeface="Montserrat"/>
              </a:defRPr>
            </a:lvl2pPr>
            <a:lvl3pPr lvl="2" algn="l">
              <a:lnSpc>
                <a:spcPct val="100000"/>
              </a:lnSpc>
              <a:spcBef>
                <a:spcPts val="0"/>
              </a:spcBef>
              <a:spcAft>
                <a:spcPts val="0"/>
              </a:spcAft>
              <a:buSzPts val="2000"/>
              <a:buFont typeface="Montserrat"/>
              <a:buNone/>
              <a:defRPr sz="2000">
                <a:latin typeface="Montserrat"/>
                <a:ea typeface="Montserrat"/>
                <a:cs typeface="Montserrat"/>
                <a:sym typeface="Montserrat"/>
              </a:defRPr>
            </a:lvl3pPr>
            <a:lvl4pPr lvl="3" algn="l">
              <a:lnSpc>
                <a:spcPct val="100000"/>
              </a:lnSpc>
              <a:spcBef>
                <a:spcPts val="0"/>
              </a:spcBef>
              <a:spcAft>
                <a:spcPts val="0"/>
              </a:spcAft>
              <a:buSzPts val="2000"/>
              <a:buFont typeface="Montserrat"/>
              <a:buNone/>
              <a:defRPr sz="2000">
                <a:latin typeface="Montserrat"/>
                <a:ea typeface="Montserrat"/>
                <a:cs typeface="Montserrat"/>
                <a:sym typeface="Montserrat"/>
              </a:defRPr>
            </a:lvl4pPr>
            <a:lvl5pPr lvl="4" algn="l">
              <a:lnSpc>
                <a:spcPct val="100000"/>
              </a:lnSpc>
              <a:spcBef>
                <a:spcPts val="0"/>
              </a:spcBef>
              <a:spcAft>
                <a:spcPts val="0"/>
              </a:spcAft>
              <a:buSzPts val="2000"/>
              <a:buFont typeface="Montserrat"/>
              <a:buNone/>
              <a:defRPr sz="2000">
                <a:latin typeface="Montserrat"/>
                <a:ea typeface="Montserrat"/>
                <a:cs typeface="Montserrat"/>
                <a:sym typeface="Montserrat"/>
              </a:defRPr>
            </a:lvl5pPr>
            <a:lvl6pPr lvl="5" algn="l">
              <a:lnSpc>
                <a:spcPct val="100000"/>
              </a:lnSpc>
              <a:spcBef>
                <a:spcPts val="0"/>
              </a:spcBef>
              <a:spcAft>
                <a:spcPts val="0"/>
              </a:spcAft>
              <a:buSzPts val="2000"/>
              <a:buFont typeface="Montserrat"/>
              <a:buNone/>
              <a:defRPr sz="2000">
                <a:latin typeface="Montserrat"/>
                <a:ea typeface="Montserrat"/>
                <a:cs typeface="Montserrat"/>
                <a:sym typeface="Montserrat"/>
              </a:defRPr>
            </a:lvl6pPr>
            <a:lvl7pPr lvl="6" algn="l">
              <a:lnSpc>
                <a:spcPct val="100000"/>
              </a:lnSpc>
              <a:spcBef>
                <a:spcPts val="0"/>
              </a:spcBef>
              <a:spcAft>
                <a:spcPts val="0"/>
              </a:spcAft>
              <a:buSzPts val="2000"/>
              <a:buFont typeface="Montserrat"/>
              <a:buNone/>
              <a:defRPr sz="2000">
                <a:latin typeface="Montserrat"/>
                <a:ea typeface="Montserrat"/>
                <a:cs typeface="Montserrat"/>
                <a:sym typeface="Montserrat"/>
              </a:defRPr>
            </a:lvl7pPr>
            <a:lvl8pPr lvl="7" algn="l">
              <a:lnSpc>
                <a:spcPct val="100000"/>
              </a:lnSpc>
              <a:spcBef>
                <a:spcPts val="0"/>
              </a:spcBef>
              <a:spcAft>
                <a:spcPts val="0"/>
              </a:spcAft>
              <a:buSzPts val="2000"/>
              <a:buFont typeface="Montserrat"/>
              <a:buNone/>
              <a:defRPr sz="2000">
                <a:latin typeface="Montserrat"/>
                <a:ea typeface="Montserrat"/>
                <a:cs typeface="Montserrat"/>
                <a:sym typeface="Montserrat"/>
              </a:defRPr>
            </a:lvl8pPr>
            <a:lvl9pPr lvl="8" algn="l">
              <a:lnSpc>
                <a:spcPct val="100000"/>
              </a:lnSpc>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6" name="Google Shape;66;p15"/>
          <p:cNvSpPr txBox="1">
            <a:spLocks noGrp="1"/>
          </p:cNvSpPr>
          <p:nvPr>
            <p:ph type="title" idx="8"/>
          </p:nvPr>
        </p:nvSpPr>
        <p:spPr>
          <a:xfrm>
            <a:off x="717800" y="2960450"/>
            <a:ext cx="1493400" cy="941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8000"/>
              <a:buNone/>
              <a:defRPr sz="7000">
                <a:solidFill>
                  <a:srgbClr val="4A8CFF"/>
                </a:solidFill>
              </a:defRPr>
            </a:lvl1pPr>
            <a:lvl2pPr lvl="1"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endParaRPr/>
          </a:p>
        </p:txBody>
      </p:sp>
      <p:sp>
        <p:nvSpPr>
          <p:cNvPr id="67" name="Google Shape;67;p15"/>
          <p:cNvSpPr txBox="1">
            <a:spLocks noGrp="1"/>
          </p:cNvSpPr>
          <p:nvPr>
            <p:ph type="subTitle" idx="9"/>
          </p:nvPr>
        </p:nvSpPr>
        <p:spPr>
          <a:xfrm>
            <a:off x="2310350" y="3298325"/>
            <a:ext cx="2150400" cy="76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1400"/>
              <a:buFont typeface="Montserrat"/>
              <a:buNone/>
              <a:defRPr>
                <a:latin typeface="Montserrat"/>
                <a:ea typeface="Montserrat"/>
                <a:cs typeface="Montserrat"/>
                <a:sym typeface="Montserrat"/>
              </a:defRPr>
            </a:lvl2pPr>
            <a:lvl3pPr lvl="2" algn="l">
              <a:lnSpc>
                <a:spcPct val="100000"/>
              </a:lnSpc>
              <a:spcBef>
                <a:spcPts val="1600"/>
              </a:spcBef>
              <a:spcAft>
                <a:spcPts val="0"/>
              </a:spcAft>
              <a:buSzPts val="1400"/>
              <a:buFont typeface="Montserrat"/>
              <a:buNone/>
              <a:defRPr>
                <a:latin typeface="Montserrat"/>
                <a:ea typeface="Montserrat"/>
                <a:cs typeface="Montserrat"/>
                <a:sym typeface="Montserrat"/>
              </a:defRPr>
            </a:lvl3pPr>
            <a:lvl4pPr lvl="3" algn="l">
              <a:lnSpc>
                <a:spcPct val="100000"/>
              </a:lnSpc>
              <a:spcBef>
                <a:spcPts val="1600"/>
              </a:spcBef>
              <a:spcAft>
                <a:spcPts val="0"/>
              </a:spcAft>
              <a:buSzPts val="1400"/>
              <a:buFont typeface="Montserrat"/>
              <a:buNone/>
              <a:defRPr>
                <a:latin typeface="Montserrat"/>
                <a:ea typeface="Montserrat"/>
                <a:cs typeface="Montserrat"/>
                <a:sym typeface="Montserrat"/>
              </a:defRPr>
            </a:lvl4pPr>
            <a:lvl5pPr lvl="4" algn="l">
              <a:lnSpc>
                <a:spcPct val="100000"/>
              </a:lnSpc>
              <a:spcBef>
                <a:spcPts val="1600"/>
              </a:spcBef>
              <a:spcAft>
                <a:spcPts val="0"/>
              </a:spcAft>
              <a:buSzPts val="1400"/>
              <a:buFont typeface="Montserrat"/>
              <a:buNone/>
              <a:defRPr>
                <a:latin typeface="Montserrat"/>
                <a:ea typeface="Montserrat"/>
                <a:cs typeface="Montserrat"/>
                <a:sym typeface="Montserrat"/>
              </a:defRPr>
            </a:lvl5pPr>
            <a:lvl6pPr lvl="5" algn="l">
              <a:lnSpc>
                <a:spcPct val="100000"/>
              </a:lnSpc>
              <a:spcBef>
                <a:spcPts val="1600"/>
              </a:spcBef>
              <a:spcAft>
                <a:spcPts val="0"/>
              </a:spcAft>
              <a:buSzPts val="1400"/>
              <a:buFont typeface="Montserrat"/>
              <a:buNone/>
              <a:defRPr>
                <a:latin typeface="Montserrat"/>
                <a:ea typeface="Montserrat"/>
                <a:cs typeface="Montserrat"/>
                <a:sym typeface="Montserrat"/>
              </a:defRPr>
            </a:lvl6pPr>
            <a:lvl7pPr lvl="6" algn="l">
              <a:lnSpc>
                <a:spcPct val="100000"/>
              </a:lnSpc>
              <a:spcBef>
                <a:spcPts val="1600"/>
              </a:spcBef>
              <a:spcAft>
                <a:spcPts val="0"/>
              </a:spcAft>
              <a:buSzPts val="1400"/>
              <a:buFont typeface="Montserrat"/>
              <a:buNone/>
              <a:defRPr>
                <a:latin typeface="Montserrat"/>
                <a:ea typeface="Montserrat"/>
                <a:cs typeface="Montserrat"/>
                <a:sym typeface="Montserrat"/>
              </a:defRPr>
            </a:lvl7pPr>
            <a:lvl8pPr lvl="7" algn="l">
              <a:lnSpc>
                <a:spcPct val="100000"/>
              </a:lnSpc>
              <a:spcBef>
                <a:spcPts val="1600"/>
              </a:spcBef>
              <a:spcAft>
                <a:spcPts val="0"/>
              </a:spcAft>
              <a:buSzPts val="1400"/>
              <a:buFont typeface="Montserrat"/>
              <a:buNone/>
              <a:defRPr>
                <a:latin typeface="Montserrat"/>
                <a:ea typeface="Montserrat"/>
                <a:cs typeface="Montserrat"/>
                <a:sym typeface="Montserrat"/>
              </a:defRPr>
            </a:lvl8pPr>
            <a:lvl9pPr lvl="8" algn="l">
              <a:lnSpc>
                <a:spcPct val="100000"/>
              </a:lnSpc>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68" name="Google Shape;68;p15"/>
          <p:cNvSpPr txBox="1">
            <a:spLocks noGrp="1"/>
          </p:cNvSpPr>
          <p:nvPr>
            <p:ph type="ctrTitle" idx="13"/>
          </p:nvPr>
        </p:nvSpPr>
        <p:spPr>
          <a:xfrm>
            <a:off x="6275650" y="2868775"/>
            <a:ext cx="2150400" cy="384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000"/>
              <a:buFont typeface="Montserrat"/>
              <a:buNone/>
              <a:defRPr sz="2000">
                <a:latin typeface="Montserrat"/>
                <a:ea typeface="Montserrat"/>
                <a:cs typeface="Montserrat"/>
                <a:sym typeface="Montserrat"/>
              </a:defRPr>
            </a:lvl2pPr>
            <a:lvl3pPr lvl="2" algn="l">
              <a:lnSpc>
                <a:spcPct val="100000"/>
              </a:lnSpc>
              <a:spcBef>
                <a:spcPts val="0"/>
              </a:spcBef>
              <a:spcAft>
                <a:spcPts val="0"/>
              </a:spcAft>
              <a:buSzPts val="2000"/>
              <a:buFont typeface="Montserrat"/>
              <a:buNone/>
              <a:defRPr sz="2000">
                <a:latin typeface="Montserrat"/>
                <a:ea typeface="Montserrat"/>
                <a:cs typeface="Montserrat"/>
                <a:sym typeface="Montserrat"/>
              </a:defRPr>
            </a:lvl3pPr>
            <a:lvl4pPr lvl="3" algn="l">
              <a:lnSpc>
                <a:spcPct val="100000"/>
              </a:lnSpc>
              <a:spcBef>
                <a:spcPts val="0"/>
              </a:spcBef>
              <a:spcAft>
                <a:spcPts val="0"/>
              </a:spcAft>
              <a:buSzPts val="2000"/>
              <a:buFont typeface="Montserrat"/>
              <a:buNone/>
              <a:defRPr sz="2000">
                <a:latin typeface="Montserrat"/>
                <a:ea typeface="Montserrat"/>
                <a:cs typeface="Montserrat"/>
                <a:sym typeface="Montserrat"/>
              </a:defRPr>
            </a:lvl4pPr>
            <a:lvl5pPr lvl="4" algn="l">
              <a:lnSpc>
                <a:spcPct val="100000"/>
              </a:lnSpc>
              <a:spcBef>
                <a:spcPts val="0"/>
              </a:spcBef>
              <a:spcAft>
                <a:spcPts val="0"/>
              </a:spcAft>
              <a:buSzPts val="2000"/>
              <a:buFont typeface="Montserrat"/>
              <a:buNone/>
              <a:defRPr sz="2000">
                <a:latin typeface="Montserrat"/>
                <a:ea typeface="Montserrat"/>
                <a:cs typeface="Montserrat"/>
                <a:sym typeface="Montserrat"/>
              </a:defRPr>
            </a:lvl5pPr>
            <a:lvl6pPr lvl="5" algn="l">
              <a:lnSpc>
                <a:spcPct val="100000"/>
              </a:lnSpc>
              <a:spcBef>
                <a:spcPts val="0"/>
              </a:spcBef>
              <a:spcAft>
                <a:spcPts val="0"/>
              </a:spcAft>
              <a:buSzPts val="2000"/>
              <a:buFont typeface="Montserrat"/>
              <a:buNone/>
              <a:defRPr sz="2000">
                <a:latin typeface="Montserrat"/>
                <a:ea typeface="Montserrat"/>
                <a:cs typeface="Montserrat"/>
                <a:sym typeface="Montserrat"/>
              </a:defRPr>
            </a:lvl6pPr>
            <a:lvl7pPr lvl="6" algn="l">
              <a:lnSpc>
                <a:spcPct val="100000"/>
              </a:lnSpc>
              <a:spcBef>
                <a:spcPts val="0"/>
              </a:spcBef>
              <a:spcAft>
                <a:spcPts val="0"/>
              </a:spcAft>
              <a:buSzPts val="2000"/>
              <a:buFont typeface="Montserrat"/>
              <a:buNone/>
              <a:defRPr sz="2000">
                <a:latin typeface="Montserrat"/>
                <a:ea typeface="Montserrat"/>
                <a:cs typeface="Montserrat"/>
                <a:sym typeface="Montserrat"/>
              </a:defRPr>
            </a:lvl7pPr>
            <a:lvl8pPr lvl="7" algn="l">
              <a:lnSpc>
                <a:spcPct val="100000"/>
              </a:lnSpc>
              <a:spcBef>
                <a:spcPts val="0"/>
              </a:spcBef>
              <a:spcAft>
                <a:spcPts val="0"/>
              </a:spcAft>
              <a:buSzPts val="2000"/>
              <a:buFont typeface="Montserrat"/>
              <a:buNone/>
              <a:defRPr sz="2000">
                <a:latin typeface="Montserrat"/>
                <a:ea typeface="Montserrat"/>
                <a:cs typeface="Montserrat"/>
                <a:sym typeface="Montserrat"/>
              </a:defRPr>
            </a:lvl8pPr>
            <a:lvl9pPr lvl="8" algn="l">
              <a:lnSpc>
                <a:spcPct val="100000"/>
              </a:lnSpc>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69" name="Google Shape;69;p15"/>
          <p:cNvSpPr txBox="1">
            <a:spLocks noGrp="1"/>
          </p:cNvSpPr>
          <p:nvPr>
            <p:ph type="title" idx="14"/>
          </p:nvPr>
        </p:nvSpPr>
        <p:spPr>
          <a:xfrm>
            <a:off x="4686400" y="2960450"/>
            <a:ext cx="1493400" cy="941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8000"/>
              <a:buNone/>
              <a:defRPr sz="7000">
                <a:solidFill>
                  <a:srgbClr val="4A8CFF"/>
                </a:solidFill>
              </a:defRPr>
            </a:lvl1pPr>
            <a:lvl2pPr lvl="1"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endParaRPr/>
          </a:p>
        </p:txBody>
      </p:sp>
      <p:sp>
        <p:nvSpPr>
          <p:cNvPr id="70" name="Google Shape;70;p15"/>
          <p:cNvSpPr txBox="1">
            <a:spLocks noGrp="1"/>
          </p:cNvSpPr>
          <p:nvPr>
            <p:ph type="subTitle" idx="15"/>
          </p:nvPr>
        </p:nvSpPr>
        <p:spPr>
          <a:xfrm>
            <a:off x="6275800" y="3298325"/>
            <a:ext cx="2150400" cy="76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1400"/>
              <a:buFont typeface="Montserrat"/>
              <a:buNone/>
              <a:defRPr>
                <a:latin typeface="Montserrat"/>
                <a:ea typeface="Montserrat"/>
                <a:cs typeface="Montserrat"/>
                <a:sym typeface="Montserrat"/>
              </a:defRPr>
            </a:lvl2pPr>
            <a:lvl3pPr lvl="2" algn="l">
              <a:lnSpc>
                <a:spcPct val="100000"/>
              </a:lnSpc>
              <a:spcBef>
                <a:spcPts val="1600"/>
              </a:spcBef>
              <a:spcAft>
                <a:spcPts val="0"/>
              </a:spcAft>
              <a:buSzPts val="1400"/>
              <a:buFont typeface="Montserrat"/>
              <a:buNone/>
              <a:defRPr>
                <a:latin typeface="Montserrat"/>
                <a:ea typeface="Montserrat"/>
                <a:cs typeface="Montserrat"/>
                <a:sym typeface="Montserrat"/>
              </a:defRPr>
            </a:lvl3pPr>
            <a:lvl4pPr lvl="3" algn="l">
              <a:lnSpc>
                <a:spcPct val="100000"/>
              </a:lnSpc>
              <a:spcBef>
                <a:spcPts val="1600"/>
              </a:spcBef>
              <a:spcAft>
                <a:spcPts val="0"/>
              </a:spcAft>
              <a:buSzPts val="1400"/>
              <a:buFont typeface="Montserrat"/>
              <a:buNone/>
              <a:defRPr>
                <a:latin typeface="Montserrat"/>
                <a:ea typeface="Montserrat"/>
                <a:cs typeface="Montserrat"/>
                <a:sym typeface="Montserrat"/>
              </a:defRPr>
            </a:lvl4pPr>
            <a:lvl5pPr lvl="4" algn="l">
              <a:lnSpc>
                <a:spcPct val="100000"/>
              </a:lnSpc>
              <a:spcBef>
                <a:spcPts val="1600"/>
              </a:spcBef>
              <a:spcAft>
                <a:spcPts val="0"/>
              </a:spcAft>
              <a:buSzPts val="1400"/>
              <a:buFont typeface="Montserrat"/>
              <a:buNone/>
              <a:defRPr>
                <a:latin typeface="Montserrat"/>
                <a:ea typeface="Montserrat"/>
                <a:cs typeface="Montserrat"/>
                <a:sym typeface="Montserrat"/>
              </a:defRPr>
            </a:lvl5pPr>
            <a:lvl6pPr lvl="5" algn="l">
              <a:lnSpc>
                <a:spcPct val="100000"/>
              </a:lnSpc>
              <a:spcBef>
                <a:spcPts val="1600"/>
              </a:spcBef>
              <a:spcAft>
                <a:spcPts val="0"/>
              </a:spcAft>
              <a:buSzPts val="1400"/>
              <a:buFont typeface="Montserrat"/>
              <a:buNone/>
              <a:defRPr>
                <a:latin typeface="Montserrat"/>
                <a:ea typeface="Montserrat"/>
                <a:cs typeface="Montserrat"/>
                <a:sym typeface="Montserrat"/>
              </a:defRPr>
            </a:lvl6pPr>
            <a:lvl7pPr lvl="6" algn="l">
              <a:lnSpc>
                <a:spcPct val="100000"/>
              </a:lnSpc>
              <a:spcBef>
                <a:spcPts val="1600"/>
              </a:spcBef>
              <a:spcAft>
                <a:spcPts val="0"/>
              </a:spcAft>
              <a:buSzPts val="1400"/>
              <a:buFont typeface="Montserrat"/>
              <a:buNone/>
              <a:defRPr>
                <a:latin typeface="Montserrat"/>
                <a:ea typeface="Montserrat"/>
                <a:cs typeface="Montserrat"/>
                <a:sym typeface="Montserrat"/>
              </a:defRPr>
            </a:lvl7pPr>
            <a:lvl8pPr lvl="7" algn="l">
              <a:lnSpc>
                <a:spcPct val="100000"/>
              </a:lnSpc>
              <a:spcBef>
                <a:spcPts val="1600"/>
              </a:spcBef>
              <a:spcAft>
                <a:spcPts val="0"/>
              </a:spcAft>
              <a:buSzPts val="1400"/>
              <a:buFont typeface="Montserrat"/>
              <a:buNone/>
              <a:defRPr>
                <a:latin typeface="Montserrat"/>
                <a:ea typeface="Montserrat"/>
                <a:cs typeface="Montserrat"/>
                <a:sym typeface="Montserrat"/>
              </a:defRPr>
            </a:lvl8pPr>
            <a:lvl9pPr lvl="8" algn="l">
              <a:lnSpc>
                <a:spcPct val="100000"/>
              </a:lnSpc>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71" name="Google Shape;71;p15"/>
          <p:cNvSpPr/>
          <p:nvPr/>
        </p:nvSpPr>
        <p:spPr>
          <a:xfrm>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5"/>
          <p:cNvSpPr/>
          <p:nvPr/>
        </p:nvSpPr>
        <p:spPr>
          <a:xfrm>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968425" y="2227050"/>
            <a:ext cx="4462500" cy="8418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4700">
                <a:solidFill>
                  <a:schemeClr val="accent1"/>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5" name="Google Shape;75;p16"/>
          <p:cNvSpPr txBox="1">
            <a:spLocks noGrp="1"/>
          </p:cNvSpPr>
          <p:nvPr>
            <p:ph type="subTitle" idx="1"/>
          </p:nvPr>
        </p:nvSpPr>
        <p:spPr>
          <a:xfrm>
            <a:off x="3968275" y="3045375"/>
            <a:ext cx="4462500" cy="678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76" name="Google Shape;76;p16"/>
          <p:cNvSpPr txBox="1">
            <a:spLocks noGrp="1"/>
          </p:cNvSpPr>
          <p:nvPr>
            <p:ph type="title" idx="2"/>
          </p:nvPr>
        </p:nvSpPr>
        <p:spPr>
          <a:xfrm>
            <a:off x="3968350" y="1262325"/>
            <a:ext cx="4462500" cy="1141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7200"/>
              <a:buNone/>
              <a:defRPr sz="7200">
                <a:solidFill>
                  <a:schemeClr val="dk2"/>
                </a:solidFill>
              </a:defRPr>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77" name="Google Shape;77;p16"/>
          <p:cNvSpPr/>
          <p:nvPr/>
        </p:nvSpPr>
        <p:spPr>
          <a:xfrm rot="10800000" flipH="1">
            <a:off x="1441925" y="25716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rot="10800000" flipH="1">
            <a:off x="2658125" y="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1156525" y="1340400"/>
            <a:ext cx="42321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1" name="Google Shape;81;p17"/>
          <p:cNvSpPr txBox="1">
            <a:spLocks noGrp="1"/>
          </p:cNvSpPr>
          <p:nvPr>
            <p:ph type="body" idx="1"/>
          </p:nvPr>
        </p:nvSpPr>
        <p:spPr>
          <a:xfrm>
            <a:off x="1156525" y="2096100"/>
            <a:ext cx="4232100" cy="20118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Char char="●"/>
              <a:defRPr sz="1400">
                <a:solidFill>
                  <a:schemeClr val="accent2"/>
                </a:solidFill>
              </a:defRPr>
            </a:lvl1pPr>
            <a:lvl2pPr marL="914400" lvl="1" indent="-304800" algn="l">
              <a:lnSpc>
                <a:spcPct val="100000"/>
              </a:lnSpc>
              <a:spcBef>
                <a:spcPts val="0"/>
              </a:spcBef>
              <a:spcAft>
                <a:spcPts val="0"/>
              </a:spcAft>
              <a:buSzPts val="1200"/>
              <a:buChar char="○"/>
              <a:defRPr sz="1200"/>
            </a:lvl2pPr>
            <a:lvl3pPr marL="1371600" lvl="2" indent="-304800" algn="l">
              <a:lnSpc>
                <a:spcPct val="100000"/>
              </a:lnSpc>
              <a:spcBef>
                <a:spcPts val="1600"/>
              </a:spcBef>
              <a:spcAft>
                <a:spcPts val="0"/>
              </a:spcAft>
              <a:buSzPts val="1200"/>
              <a:buChar char="■"/>
              <a:defRPr sz="1200"/>
            </a:lvl3pPr>
            <a:lvl4pPr marL="1828800" lvl="3" indent="-304800" algn="l">
              <a:lnSpc>
                <a:spcPct val="100000"/>
              </a:lnSpc>
              <a:spcBef>
                <a:spcPts val="1600"/>
              </a:spcBef>
              <a:spcAft>
                <a:spcPts val="0"/>
              </a:spcAft>
              <a:buSzPts val="1200"/>
              <a:buChar char="●"/>
              <a:defRPr sz="1200"/>
            </a:lvl4pPr>
            <a:lvl5pPr marL="2286000" lvl="4" indent="-304800" algn="l">
              <a:lnSpc>
                <a:spcPct val="100000"/>
              </a:lnSpc>
              <a:spcBef>
                <a:spcPts val="1600"/>
              </a:spcBef>
              <a:spcAft>
                <a:spcPts val="0"/>
              </a:spcAft>
              <a:buSzPts val="1200"/>
              <a:buChar char="○"/>
              <a:defRPr sz="1200"/>
            </a:lvl5pPr>
            <a:lvl6pPr marL="2743200" lvl="5" indent="-304800" algn="l">
              <a:lnSpc>
                <a:spcPct val="100000"/>
              </a:lnSpc>
              <a:spcBef>
                <a:spcPts val="1600"/>
              </a:spcBef>
              <a:spcAft>
                <a:spcPts val="0"/>
              </a:spcAft>
              <a:buSzPts val="1200"/>
              <a:buChar char="■"/>
              <a:defRPr sz="1200"/>
            </a:lvl6pPr>
            <a:lvl7pPr marL="3200400" lvl="6" indent="-304800" algn="l">
              <a:lnSpc>
                <a:spcPct val="100000"/>
              </a:lnSpc>
              <a:spcBef>
                <a:spcPts val="1600"/>
              </a:spcBef>
              <a:spcAft>
                <a:spcPts val="0"/>
              </a:spcAft>
              <a:buSzPts val="1200"/>
              <a:buChar char="●"/>
              <a:defRPr sz="1200"/>
            </a:lvl7pPr>
            <a:lvl8pPr marL="3657600" lvl="7" indent="-304800" algn="l">
              <a:lnSpc>
                <a:spcPct val="100000"/>
              </a:lnSpc>
              <a:spcBef>
                <a:spcPts val="1600"/>
              </a:spcBef>
              <a:spcAft>
                <a:spcPts val="0"/>
              </a:spcAft>
              <a:buSzPts val="1200"/>
              <a:buChar char="○"/>
              <a:defRPr sz="1200"/>
            </a:lvl8pPr>
            <a:lvl9pPr marL="4114800" lvl="8" indent="-304800" algn="l">
              <a:lnSpc>
                <a:spcPct val="100000"/>
              </a:lnSpc>
              <a:spcBef>
                <a:spcPts val="1600"/>
              </a:spcBef>
              <a:spcAft>
                <a:spcPts val="1600"/>
              </a:spcAft>
              <a:buSzPts val="1200"/>
              <a:buChar char="■"/>
              <a:defRPr sz="1200"/>
            </a:lvl9pPr>
          </a:lstStyle>
          <a:p>
            <a:endParaRPr/>
          </a:p>
        </p:txBody>
      </p:sp>
      <p:sp>
        <p:nvSpPr>
          <p:cNvPr id="82" name="Google Shape;82;p17"/>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7"/>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86" name="Google Shape;86;p18"/>
          <p:cNvSpPr txBox="1">
            <a:spLocks noGrp="1"/>
          </p:cNvSpPr>
          <p:nvPr>
            <p:ph type="subTitle" idx="1"/>
          </p:nvPr>
        </p:nvSpPr>
        <p:spPr>
          <a:xfrm>
            <a:off x="788100" y="2390400"/>
            <a:ext cx="2261700" cy="40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a:endParaRPr/>
          </a:p>
        </p:txBody>
      </p:sp>
      <p:sp>
        <p:nvSpPr>
          <p:cNvPr id="87" name="Google Shape;87;p18"/>
          <p:cNvSpPr txBox="1">
            <a:spLocks noGrp="1"/>
          </p:cNvSpPr>
          <p:nvPr>
            <p:ph type="subTitle" idx="2"/>
          </p:nvPr>
        </p:nvSpPr>
        <p:spPr>
          <a:xfrm>
            <a:off x="788100" y="2765850"/>
            <a:ext cx="2261700" cy="723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a:endParaRPr/>
          </a:p>
        </p:txBody>
      </p:sp>
      <p:sp>
        <p:nvSpPr>
          <p:cNvPr id="88" name="Google Shape;88;p18"/>
          <p:cNvSpPr txBox="1">
            <a:spLocks noGrp="1"/>
          </p:cNvSpPr>
          <p:nvPr>
            <p:ph type="subTitle" idx="3"/>
          </p:nvPr>
        </p:nvSpPr>
        <p:spPr>
          <a:xfrm>
            <a:off x="3441150" y="2390400"/>
            <a:ext cx="2261700" cy="40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a:endParaRPr/>
          </a:p>
        </p:txBody>
      </p:sp>
      <p:sp>
        <p:nvSpPr>
          <p:cNvPr id="89" name="Google Shape;89;p18"/>
          <p:cNvSpPr txBox="1">
            <a:spLocks noGrp="1"/>
          </p:cNvSpPr>
          <p:nvPr>
            <p:ph type="subTitle" idx="4"/>
          </p:nvPr>
        </p:nvSpPr>
        <p:spPr>
          <a:xfrm>
            <a:off x="3441150" y="2765850"/>
            <a:ext cx="2261700" cy="723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a:endParaRPr/>
          </a:p>
        </p:txBody>
      </p:sp>
      <p:sp>
        <p:nvSpPr>
          <p:cNvPr id="90" name="Google Shape;90;p18"/>
          <p:cNvSpPr txBox="1">
            <a:spLocks noGrp="1"/>
          </p:cNvSpPr>
          <p:nvPr>
            <p:ph type="subTitle" idx="5"/>
          </p:nvPr>
        </p:nvSpPr>
        <p:spPr>
          <a:xfrm>
            <a:off x="6094200" y="2390400"/>
            <a:ext cx="2261700" cy="40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a:endParaRPr/>
          </a:p>
        </p:txBody>
      </p:sp>
      <p:sp>
        <p:nvSpPr>
          <p:cNvPr id="91" name="Google Shape;91;p18"/>
          <p:cNvSpPr txBox="1">
            <a:spLocks noGrp="1"/>
          </p:cNvSpPr>
          <p:nvPr>
            <p:ph type="subTitle" idx="6"/>
          </p:nvPr>
        </p:nvSpPr>
        <p:spPr>
          <a:xfrm>
            <a:off x="6094200" y="2765850"/>
            <a:ext cx="2261700" cy="723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1600"/>
              </a:spcBef>
              <a:spcAft>
                <a:spcPts val="0"/>
              </a:spcAft>
              <a:buSzPts val="1400"/>
              <a:buNone/>
              <a:defRPr sz="1400">
                <a:solidFill>
                  <a:schemeClr val="dk1"/>
                </a:solidFill>
              </a:defRPr>
            </a:lvl2pPr>
            <a:lvl3pPr lvl="2" algn="ctr">
              <a:lnSpc>
                <a:spcPct val="100000"/>
              </a:lnSpc>
              <a:spcBef>
                <a:spcPts val="1600"/>
              </a:spcBef>
              <a:spcAft>
                <a:spcPts val="0"/>
              </a:spcAft>
              <a:buSzPts val="1400"/>
              <a:buNone/>
              <a:defRPr sz="1400">
                <a:solidFill>
                  <a:schemeClr val="dk1"/>
                </a:solidFill>
              </a:defRPr>
            </a:lvl3pPr>
            <a:lvl4pPr lvl="3" algn="ctr">
              <a:lnSpc>
                <a:spcPct val="100000"/>
              </a:lnSpc>
              <a:spcBef>
                <a:spcPts val="1600"/>
              </a:spcBef>
              <a:spcAft>
                <a:spcPts val="0"/>
              </a:spcAft>
              <a:buSzPts val="1400"/>
              <a:buNone/>
              <a:defRPr sz="1400">
                <a:solidFill>
                  <a:schemeClr val="dk1"/>
                </a:solidFill>
              </a:defRPr>
            </a:lvl4pPr>
            <a:lvl5pPr lvl="4" algn="ctr">
              <a:lnSpc>
                <a:spcPct val="100000"/>
              </a:lnSpc>
              <a:spcBef>
                <a:spcPts val="1600"/>
              </a:spcBef>
              <a:spcAft>
                <a:spcPts val="0"/>
              </a:spcAft>
              <a:buSzPts val="1400"/>
              <a:buNone/>
              <a:defRPr sz="1400">
                <a:solidFill>
                  <a:schemeClr val="dk1"/>
                </a:solidFill>
              </a:defRPr>
            </a:lvl5pPr>
            <a:lvl6pPr lvl="5" algn="ctr">
              <a:lnSpc>
                <a:spcPct val="100000"/>
              </a:lnSpc>
              <a:spcBef>
                <a:spcPts val="1600"/>
              </a:spcBef>
              <a:spcAft>
                <a:spcPts val="0"/>
              </a:spcAft>
              <a:buSzPts val="1400"/>
              <a:buNone/>
              <a:defRPr sz="1400">
                <a:solidFill>
                  <a:schemeClr val="dk1"/>
                </a:solidFill>
              </a:defRPr>
            </a:lvl6pPr>
            <a:lvl7pPr lvl="6" algn="ctr">
              <a:lnSpc>
                <a:spcPct val="100000"/>
              </a:lnSpc>
              <a:spcBef>
                <a:spcPts val="1600"/>
              </a:spcBef>
              <a:spcAft>
                <a:spcPts val="0"/>
              </a:spcAft>
              <a:buSzPts val="1400"/>
              <a:buNone/>
              <a:defRPr sz="1400">
                <a:solidFill>
                  <a:schemeClr val="dk1"/>
                </a:solidFill>
              </a:defRPr>
            </a:lvl7pPr>
            <a:lvl8pPr lvl="7" algn="ctr">
              <a:lnSpc>
                <a:spcPct val="100000"/>
              </a:lnSpc>
              <a:spcBef>
                <a:spcPts val="1600"/>
              </a:spcBef>
              <a:spcAft>
                <a:spcPts val="0"/>
              </a:spcAft>
              <a:buSzPts val="1400"/>
              <a:buNone/>
              <a:defRPr sz="1400">
                <a:solidFill>
                  <a:schemeClr val="dk1"/>
                </a:solidFill>
              </a:defRPr>
            </a:lvl8pPr>
            <a:lvl9pPr lvl="8" algn="ctr">
              <a:lnSpc>
                <a:spcPct val="100000"/>
              </a:lnSpc>
              <a:spcBef>
                <a:spcPts val="1600"/>
              </a:spcBef>
              <a:spcAft>
                <a:spcPts val="1600"/>
              </a:spcAft>
              <a:buSzPts val="1400"/>
              <a:buNone/>
              <a:defRPr sz="1400">
                <a:solidFill>
                  <a:schemeClr val="dk1"/>
                </a:solidFill>
              </a:defRPr>
            </a:lvl9pPr>
          </a:lstStyle>
          <a:p>
            <a:endParaRPr/>
          </a:p>
        </p:txBody>
      </p:sp>
      <p:sp>
        <p:nvSpPr>
          <p:cNvPr id="92" name="Google Shape;92;p18"/>
          <p:cNvSpPr/>
          <p:nvPr/>
        </p:nvSpPr>
        <p:spPr>
          <a:xfrm flipH="1">
            <a:off x="457200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8"/>
          <p:cNvSpPr/>
          <p:nvPr/>
        </p:nvSpPr>
        <p:spPr>
          <a:xfrm flipH="1">
            <a:off x="5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2">
  <p:cSld name="CUSTOM_15">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96" name="Google Shape;96;p19"/>
          <p:cNvSpPr txBox="1">
            <a:spLocks noGrp="1"/>
          </p:cNvSpPr>
          <p:nvPr>
            <p:ph type="subTitle" idx="1"/>
          </p:nvPr>
        </p:nvSpPr>
        <p:spPr>
          <a:xfrm>
            <a:off x="1098800" y="3775200"/>
            <a:ext cx="28131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97" name="Google Shape;97;p19"/>
          <p:cNvSpPr txBox="1">
            <a:spLocks noGrp="1"/>
          </p:cNvSpPr>
          <p:nvPr>
            <p:ph type="subTitle" idx="2"/>
          </p:nvPr>
        </p:nvSpPr>
        <p:spPr>
          <a:xfrm>
            <a:off x="1098800" y="3051300"/>
            <a:ext cx="28131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98" name="Google Shape;98;p19"/>
          <p:cNvSpPr txBox="1">
            <a:spLocks noGrp="1"/>
          </p:cNvSpPr>
          <p:nvPr>
            <p:ph type="subTitle" idx="3"/>
          </p:nvPr>
        </p:nvSpPr>
        <p:spPr>
          <a:xfrm>
            <a:off x="1098800" y="2315550"/>
            <a:ext cx="28131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99" name="Google Shape;99;p19"/>
          <p:cNvSpPr txBox="1">
            <a:spLocks noGrp="1"/>
          </p:cNvSpPr>
          <p:nvPr>
            <p:ph type="subTitle" idx="4"/>
          </p:nvPr>
        </p:nvSpPr>
        <p:spPr>
          <a:xfrm>
            <a:off x="1098800" y="1591650"/>
            <a:ext cx="28131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00" name="Google Shape;100;p19"/>
          <p:cNvSpPr/>
          <p:nvPr/>
        </p:nvSpPr>
        <p:spPr>
          <a:xfrm rot="10800000" flipH="1">
            <a:off x="5416200" y="1010100"/>
            <a:ext cx="1216200" cy="1561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9"/>
          <p:cNvSpPr/>
          <p:nvPr/>
        </p:nvSpPr>
        <p:spPr>
          <a:xfrm rot="10800000" flipH="1">
            <a:off x="6632400" y="2571600"/>
            <a:ext cx="1216200" cy="2571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04" name="Google Shape;104;p20"/>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0"/>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713375" y="2227050"/>
            <a:ext cx="44625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4700">
                <a:solidFill>
                  <a:schemeClr val="accent1"/>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08" name="Google Shape;108;p21"/>
          <p:cNvSpPr txBox="1">
            <a:spLocks noGrp="1"/>
          </p:cNvSpPr>
          <p:nvPr>
            <p:ph type="subTitle" idx="1"/>
          </p:nvPr>
        </p:nvSpPr>
        <p:spPr>
          <a:xfrm>
            <a:off x="713225" y="3045375"/>
            <a:ext cx="4462500" cy="67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109" name="Google Shape;109;p21"/>
          <p:cNvSpPr txBox="1">
            <a:spLocks noGrp="1"/>
          </p:cNvSpPr>
          <p:nvPr>
            <p:ph type="title" idx="2"/>
          </p:nvPr>
        </p:nvSpPr>
        <p:spPr>
          <a:xfrm>
            <a:off x="713300" y="1262325"/>
            <a:ext cx="4462500" cy="1141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7200"/>
              <a:buNone/>
              <a:defRPr sz="7200">
                <a:solidFill>
                  <a:schemeClr val="dk2"/>
                </a:solidFill>
              </a:defRPr>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a:endParaRPr/>
          </a:p>
        </p:txBody>
      </p:sp>
      <p:sp>
        <p:nvSpPr>
          <p:cNvPr id="110" name="Google Shape;110;p21"/>
          <p:cNvSpPr/>
          <p:nvPr/>
        </p:nvSpPr>
        <p:spPr>
          <a:xfrm>
            <a:off x="5270400" y="9795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1"/>
          <p:cNvSpPr/>
          <p:nvPr/>
        </p:nvSpPr>
        <p:spPr>
          <a:xfrm>
            <a:off x="6486600" y="257190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
  <p:cSld name="CUSTOM_3">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16" name="Google Shape;116;p23"/>
          <p:cNvSpPr txBox="1">
            <a:spLocks noGrp="1"/>
          </p:cNvSpPr>
          <p:nvPr>
            <p:ph type="subTitle" idx="1"/>
          </p:nvPr>
        </p:nvSpPr>
        <p:spPr>
          <a:xfrm>
            <a:off x="1878275" y="1251675"/>
            <a:ext cx="2787600" cy="4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solidFill>
                  <a:schemeClr val="lt1"/>
                </a:solidFill>
              </a:defRPr>
            </a:lvl2pPr>
            <a:lvl3pPr lvl="2" algn="l">
              <a:lnSpc>
                <a:spcPct val="100000"/>
              </a:lnSpc>
              <a:spcBef>
                <a:spcPts val="1600"/>
              </a:spcBef>
              <a:spcAft>
                <a:spcPts val="0"/>
              </a:spcAft>
              <a:buSzPts val="1400"/>
              <a:buNone/>
              <a:defRPr b="1">
                <a:solidFill>
                  <a:schemeClr val="lt1"/>
                </a:solidFill>
              </a:defRPr>
            </a:lvl3pPr>
            <a:lvl4pPr lvl="3" algn="l">
              <a:lnSpc>
                <a:spcPct val="100000"/>
              </a:lnSpc>
              <a:spcBef>
                <a:spcPts val="1600"/>
              </a:spcBef>
              <a:spcAft>
                <a:spcPts val="0"/>
              </a:spcAft>
              <a:buSzPts val="1400"/>
              <a:buNone/>
              <a:defRPr b="1">
                <a:solidFill>
                  <a:schemeClr val="lt1"/>
                </a:solidFill>
              </a:defRPr>
            </a:lvl4pPr>
            <a:lvl5pPr lvl="4" algn="l">
              <a:lnSpc>
                <a:spcPct val="100000"/>
              </a:lnSpc>
              <a:spcBef>
                <a:spcPts val="1600"/>
              </a:spcBef>
              <a:spcAft>
                <a:spcPts val="0"/>
              </a:spcAft>
              <a:buSzPts val="1400"/>
              <a:buNone/>
              <a:defRPr b="1">
                <a:solidFill>
                  <a:schemeClr val="lt1"/>
                </a:solidFill>
              </a:defRPr>
            </a:lvl5pPr>
            <a:lvl6pPr lvl="5" algn="l">
              <a:lnSpc>
                <a:spcPct val="100000"/>
              </a:lnSpc>
              <a:spcBef>
                <a:spcPts val="1600"/>
              </a:spcBef>
              <a:spcAft>
                <a:spcPts val="0"/>
              </a:spcAft>
              <a:buSzPts val="1400"/>
              <a:buNone/>
              <a:defRPr b="1">
                <a:solidFill>
                  <a:schemeClr val="lt1"/>
                </a:solidFill>
              </a:defRPr>
            </a:lvl6pPr>
            <a:lvl7pPr lvl="6" algn="l">
              <a:lnSpc>
                <a:spcPct val="100000"/>
              </a:lnSpc>
              <a:spcBef>
                <a:spcPts val="1600"/>
              </a:spcBef>
              <a:spcAft>
                <a:spcPts val="0"/>
              </a:spcAft>
              <a:buSzPts val="1400"/>
              <a:buNone/>
              <a:defRPr b="1">
                <a:solidFill>
                  <a:schemeClr val="lt1"/>
                </a:solidFill>
              </a:defRPr>
            </a:lvl7pPr>
            <a:lvl8pPr lvl="7" algn="l">
              <a:lnSpc>
                <a:spcPct val="100000"/>
              </a:lnSpc>
              <a:spcBef>
                <a:spcPts val="1600"/>
              </a:spcBef>
              <a:spcAft>
                <a:spcPts val="0"/>
              </a:spcAft>
              <a:buSzPts val="1400"/>
              <a:buNone/>
              <a:defRPr b="1">
                <a:solidFill>
                  <a:schemeClr val="lt1"/>
                </a:solidFill>
              </a:defRPr>
            </a:lvl8pPr>
            <a:lvl9pPr lvl="8" algn="l">
              <a:lnSpc>
                <a:spcPct val="100000"/>
              </a:lnSpc>
              <a:spcBef>
                <a:spcPts val="1600"/>
              </a:spcBef>
              <a:spcAft>
                <a:spcPts val="1600"/>
              </a:spcAft>
              <a:buSzPts val="1400"/>
              <a:buNone/>
              <a:defRPr b="1">
                <a:solidFill>
                  <a:schemeClr val="lt1"/>
                </a:solidFill>
              </a:defRPr>
            </a:lvl9pPr>
          </a:lstStyle>
          <a:p>
            <a:endParaRPr/>
          </a:p>
        </p:txBody>
      </p:sp>
      <p:sp>
        <p:nvSpPr>
          <p:cNvPr id="117" name="Google Shape;117;p23"/>
          <p:cNvSpPr txBox="1">
            <a:spLocks noGrp="1"/>
          </p:cNvSpPr>
          <p:nvPr>
            <p:ph type="subTitle" idx="2"/>
          </p:nvPr>
        </p:nvSpPr>
        <p:spPr>
          <a:xfrm>
            <a:off x="1878275" y="1744345"/>
            <a:ext cx="2787600" cy="8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18" name="Google Shape;118;p23"/>
          <p:cNvSpPr txBox="1">
            <a:spLocks noGrp="1"/>
          </p:cNvSpPr>
          <p:nvPr>
            <p:ph type="subTitle" idx="3"/>
          </p:nvPr>
        </p:nvSpPr>
        <p:spPr>
          <a:xfrm>
            <a:off x="5351497" y="1251675"/>
            <a:ext cx="2787600" cy="4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solidFill>
                  <a:schemeClr val="lt1"/>
                </a:solidFill>
              </a:defRPr>
            </a:lvl2pPr>
            <a:lvl3pPr lvl="2" algn="l">
              <a:lnSpc>
                <a:spcPct val="100000"/>
              </a:lnSpc>
              <a:spcBef>
                <a:spcPts val="1600"/>
              </a:spcBef>
              <a:spcAft>
                <a:spcPts val="0"/>
              </a:spcAft>
              <a:buSzPts val="1400"/>
              <a:buNone/>
              <a:defRPr b="1">
                <a:solidFill>
                  <a:schemeClr val="lt1"/>
                </a:solidFill>
              </a:defRPr>
            </a:lvl3pPr>
            <a:lvl4pPr lvl="3" algn="l">
              <a:lnSpc>
                <a:spcPct val="100000"/>
              </a:lnSpc>
              <a:spcBef>
                <a:spcPts val="1600"/>
              </a:spcBef>
              <a:spcAft>
                <a:spcPts val="0"/>
              </a:spcAft>
              <a:buSzPts val="1400"/>
              <a:buNone/>
              <a:defRPr b="1">
                <a:solidFill>
                  <a:schemeClr val="lt1"/>
                </a:solidFill>
              </a:defRPr>
            </a:lvl4pPr>
            <a:lvl5pPr lvl="4" algn="l">
              <a:lnSpc>
                <a:spcPct val="100000"/>
              </a:lnSpc>
              <a:spcBef>
                <a:spcPts val="1600"/>
              </a:spcBef>
              <a:spcAft>
                <a:spcPts val="0"/>
              </a:spcAft>
              <a:buSzPts val="1400"/>
              <a:buNone/>
              <a:defRPr b="1">
                <a:solidFill>
                  <a:schemeClr val="lt1"/>
                </a:solidFill>
              </a:defRPr>
            </a:lvl5pPr>
            <a:lvl6pPr lvl="5" algn="l">
              <a:lnSpc>
                <a:spcPct val="100000"/>
              </a:lnSpc>
              <a:spcBef>
                <a:spcPts val="1600"/>
              </a:spcBef>
              <a:spcAft>
                <a:spcPts val="0"/>
              </a:spcAft>
              <a:buSzPts val="1400"/>
              <a:buNone/>
              <a:defRPr b="1">
                <a:solidFill>
                  <a:schemeClr val="lt1"/>
                </a:solidFill>
              </a:defRPr>
            </a:lvl6pPr>
            <a:lvl7pPr lvl="6" algn="l">
              <a:lnSpc>
                <a:spcPct val="100000"/>
              </a:lnSpc>
              <a:spcBef>
                <a:spcPts val="1600"/>
              </a:spcBef>
              <a:spcAft>
                <a:spcPts val="0"/>
              </a:spcAft>
              <a:buSzPts val="1400"/>
              <a:buNone/>
              <a:defRPr b="1">
                <a:solidFill>
                  <a:schemeClr val="lt1"/>
                </a:solidFill>
              </a:defRPr>
            </a:lvl7pPr>
            <a:lvl8pPr lvl="7" algn="l">
              <a:lnSpc>
                <a:spcPct val="100000"/>
              </a:lnSpc>
              <a:spcBef>
                <a:spcPts val="1600"/>
              </a:spcBef>
              <a:spcAft>
                <a:spcPts val="0"/>
              </a:spcAft>
              <a:buSzPts val="1400"/>
              <a:buNone/>
              <a:defRPr b="1">
                <a:solidFill>
                  <a:schemeClr val="lt1"/>
                </a:solidFill>
              </a:defRPr>
            </a:lvl8pPr>
            <a:lvl9pPr lvl="8" algn="l">
              <a:lnSpc>
                <a:spcPct val="100000"/>
              </a:lnSpc>
              <a:spcBef>
                <a:spcPts val="1600"/>
              </a:spcBef>
              <a:spcAft>
                <a:spcPts val="1600"/>
              </a:spcAft>
              <a:buSzPts val="1400"/>
              <a:buNone/>
              <a:defRPr b="1">
                <a:solidFill>
                  <a:schemeClr val="lt1"/>
                </a:solidFill>
              </a:defRPr>
            </a:lvl9pPr>
          </a:lstStyle>
          <a:p>
            <a:endParaRPr/>
          </a:p>
        </p:txBody>
      </p:sp>
      <p:sp>
        <p:nvSpPr>
          <p:cNvPr id="119" name="Google Shape;119;p23"/>
          <p:cNvSpPr txBox="1">
            <a:spLocks noGrp="1"/>
          </p:cNvSpPr>
          <p:nvPr>
            <p:ph type="subTitle" idx="4"/>
          </p:nvPr>
        </p:nvSpPr>
        <p:spPr>
          <a:xfrm>
            <a:off x="5351493" y="1744282"/>
            <a:ext cx="2787600" cy="8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20" name="Google Shape;120;p23"/>
          <p:cNvSpPr txBox="1">
            <a:spLocks noGrp="1"/>
          </p:cNvSpPr>
          <p:nvPr>
            <p:ph type="subTitle" idx="5"/>
          </p:nvPr>
        </p:nvSpPr>
        <p:spPr>
          <a:xfrm>
            <a:off x="1878275" y="2898148"/>
            <a:ext cx="2787600" cy="340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solidFill>
                  <a:schemeClr val="lt1"/>
                </a:solidFill>
              </a:defRPr>
            </a:lvl2pPr>
            <a:lvl3pPr lvl="2" algn="l">
              <a:lnSpc>
                <a:spcPct val="100000"/>
              </a:lnSpc>
              <a:spcBef>
                <a:spcPts val="1600"/>
              </a:spcBef>
              <a:spcAft>
                <a:spcPts val="0"/>
              </a:spcAft>
              <a:buSzPts val="1400"/>
              <a:buNone/>
              <a:defRPr b="1">
                <a:solidFill>
                  <a:schemeClr val="lt1"/>
                </a:solidFill>
              </a:defRPr>
            </a:lvl3pPr>
            <a:lvl4pPr lvl="3" algn="l">
              <a:lnSpc>
                <a:spcPct val="100000"/>
              </a:lnSpc>
              <a:spcBef>
                <a:spcPts val="1600"/>
              </a:spcBef>
              <a:spcAft>
                <a:spcPts val="0"/>
              </a:spcAft>
              <a:buSzPts val="1400"/>
              <a:buNone/>
              <a:defRPr b="1">
                <a:solidFill>
                  <a:schemeClr val="lt1"/>
                </a:solidFill>
              </a:defRPr>
            </a:lvl4pPr>
            <a:lvl5pPr lvl="4" algn="l">
              <a:lnSpc>
                <a:spcPct val="100000"/>
              </a:lnSpc>
              <a:spcBef>
                <a:spcPts val="1600"/>
              </a:spcBef>
              <a:spcAft>
                <a:spcPts val="0"/>
              </a:spcAft>
              <a:buSzPts val="1400"/>
              <a:buNone/>
              <a:defRPr b="1">
                <a:solidFill>
                  <a:schemeClr val="lt1"/>
                </a:solidFill>
              </a:defRPr>
            </a:lvl5pPr>
            <a:lvl6pPr lvl="5" algn="l">
              <a:lnSpc>
                <a:spcPct val="100000"/>
              </a:lnSpc>
              <a:spcBef>
                <a:spcPts val="1600"/>
              </a:spcBef>
              <a:spcAft>
                <a:spcPts val="0"/>
              </a:spcAft>
              <a:buSzPts val="1400"/>
              <a:buNone/>
              <a:defRPr b="1">
                <a:solidFill>
                  <a:schemeClr val="lt1"/>
                </a:solidFill>
              </a:defRPr>
            </a:lvl6pPr>
            <a:lvl7pPr lvl="6" algn="l">
              <a:lnSpc>
                <a:spcPct val="100000"/>
              </a:lnSpc>
              <a:spcBef>
                <a:spcPts val="1600"/>
              </a:spcBef>
              <a:spcAft>
                <a:spcPts val="0"/>
              </a:spcAft>
              <a:buSzPts val="1400"/>
              <a:buNone/>
              <a:defRPr b="1">
                <a:solidFill>
                  <a:schemeClr val="lt1"/>
                </a:solidFill>
              </a:defRPr>
            </a:lvl7pPr>
            <a:lvl8pPr lvl="7" algn="l">
              <a:lnSpc>
                <a:spcPct val="100000"/>
              </a:lnSpc>
              <a:spcBef>
                <a:spcPts val="1600"/>
              </a:spcBef>
              <a:spcAft>
                <a:spcPts val="0"/>
              </a:spcAft>
              <a:buSzPts val="1400"/>
              <a:buNone/>
              <a:defRPr b="1">
                <a:solidFill>
                  <a:schemeClr val="lt1"/>
                </a:solidFill>
              </a:defRPr>
            </a:lvl8pPr>
            <a:lvl9pPr lvl="8" algn="l">
              <a:lnSpc>
                <a:spcPct val="100000"/>
              </a:lnSpc>
              <a:spcBef>
                <a:spcPts val="1600"/>
              </a:spcBef>
              <a:spcAft>
                <a:spcPts val="1600"/>
              </a:spcAft>
              <a:buSzPts val="1400"/>
              <a:buNone/>
              <a:defRPr b="1">
                <a:solidFill>
                  <a:schemeClr val="lt1"/>
                </a:solidFill>
              </a:defRPr>
            </a:lvl9pPr>
          </a:lstStyle>
          <a:p>
            <a:endParaRPr/>
          </a:p>
        </p:txBody>
      </p:sp>
      <p:sp>
        <p:nvSpPr>
          <p:cNvPr id="121" name="Google Shape;121;p23"/>
          <p:cNvSpPr txBox="1">
            <a:spLocks noGrp="1"/>
          </p:cNvSpPr>
          <p:nvPr>
            <p:ph type="subTitle" idx="6"/>
          </p:nvPr>
        </p:nvSpPr>
        <p:spPr>
          <a:xfrm>
            <a:off x="1878275" y="3390754"/>
            <a:ext cx="2787600" cy="8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22" name="Google Shape;122;p23"/>
          <p:cNvSpPr txBox="1">
            <a:spLocks noGrp="1"/>
          </p:cNvSpPr>
          <p:nvPr>
            <p:ph type="subTitle" idx="7"/>
          </p:nvPr>
        </p:nvSpPr>
        <p:spPr>
          <a:xfrm>
            <a:off x="5351425" y="2898156"/>
            <a:ext cx="2787600" cy="340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solidFill>
                  <a:schemeClr val="lt1"/>
                </a:solidFill>
              </a:defRPr>
            </a:lvl2pPr>
            <a:lvl3pPr lvl="2" algn="l">
              <a:lnSpc>
                <a:spcPct val="100000"/>
              </a:lnSpc>
              <a:spcBef>
                <a:spcPts val="1600"/>
              </a:spcBef>
              <a:spcAft>
                <a:spcPts val="0"/>
              </a:spcAft>
              <a:buSzPts val="1400"/>
              <a:buNone/>
              <a:defRPr b="1">
                <a:solidFill>
                  <a:schemeClr val="lt1"/>
                </a:solidFill>
              </a:defRPr>
            </a:lvl3pPr>
            <a:lvl4pPr lvl="3" algn="l">
              <a:lnSpc>
                <a:spcPct val="100000"/>
              </a:lnSpc>
              <a:spcBef>
                <a:spcPts val="1600"/>
              </a:spcBef>
              <a:spcAft>
                <a:spcPts val="0"/>
              </a:spcAft>
              <a:buSzPts val="1400"/>
              <a:buNone/>
              <a:defRPr b="1">
                <a:solidFill>
                  <a:schemeClr val="lt1"/>
                </a:solidFill>
              </a:defRPr>
            </a:lvl4pPr>
            <a:lvl5pPr lvl="4" algn="l">
              <a:lnSpc>
                <a:spcPct val="100000"/>
              </a:lnSpc>
              <a:spcBef>
                <a:spcPts val="1600"/>
              </a:spcBef>
              <a:spcAft>
                <a:spcPts val="0"/>
              </a:spcAft>
              <a:buSzPts val="1400"/>
              <a:buNone/>
              <a:defRPr b="1">
                <a:solidFill>
                  <a:schemeClr val="lt1"/>
                </a:solidFill>
              </a:defRPr>
            </a:lvl5pPr>
            <a:lvl6pPr lvl="5" algn="l">
              <a:lnSpc>
                <a:spcPct val="100000"/>
              </a:lnSpc>
              <a:spcBef>
                <a:spcPts val="1600"/>
              </a:spcBef>
              <a:spcAft>
                <a:spcPts val="0"/>
              </a:spcAft>
              <a:buSzPts val="1400"/>
              <a:buNone/>
              <a:defRPr b="1">
                <a:solidFill>
                  <a:schemeClr val="lt1"/>
                </a:solidFill>
              </a:defRPr>
            </a:lvl6pPr>
            <a:lvl7pPr lvl="6" algn="l">
              <a:lnSpc>
                <a:spcPct val="100000"/>
              </a:lnSpc>
              <a:spcBef>
                <a:spcPts val="1600"/>
              </a:spcBef>
              <a:spcAft>
                <a:spcPts val="0"/>
              </a:spcAft>
              <a:buSzPts val="1400"/>
              <a:buNone/>
              <a:defRPr b="1">
                <a:solidFill>
                  <a:schemeClr val="lt1"/>
                </a:solidFill>
              </a:defRPr>
            </a:lvl7pPr>
            <a:lvl8pPr lvl="7" algn="l">
              <a:lnSpc>
                <a:spcPct val="100000"/>
              </a:lnSpc>
              <a:spcBef>
                <a:spcPts val="1600"/>
              </a:spcBef>
              <a:spcAft>
                <a:spcPts val="0"/>
              </a:spcAft>
              <a:buSzPts val="1400"/>
              <a:buNone/>
              <a:defRPr b="1">
                <a:solidFill>
                  <a:schemeClr val="lt1"/>
                </a:solidFill>
              </a:defRPr>
            </a:lvl8pPr>
            <a:lvl9pPr lvl="8" algn="l">
              <a:lnSpc>
                <a:spcPct val="100000"/>
              </a:lnSpc>
              <a:spcBef>
                <a:spcPts val="1600"/>
              </a:spcBef>
              <a:spcAft>
                <a:spcPts val="1600"/>
              </a:spcAft>
              <a:buSzPts val="1400"/>
              <a:buNone/>
              <a:defRPr b="1">
                <a:solidFill>
                  <a:schemeClr val="lt1"/>
                </a:solidFill>
              </a:defRPr>
            </a:lvl9pPr>
          </a:lstStyle>
          <a:p>
            <a:endParaRPr/>
          </a:p>
        </p:txBody>
      </p:sp>
      <p:sp>
        <p:nvSpPr>
          <p:cNvPr id="123" name="Google Shape;123;p23"/>
          <p:cNvSpPr txBox="1">
            <a:spLocks noGrp="1"/>
          </p:cNvSpPr>
          <p:nvPr>
            <p:ph type="subTitle" idx="8"/>
          </p:nvPr>
        </p:nvSpPr>
        <p:spPr>
          <a:xfrm>
            <a:off x="5351425" y="3390754"/>
            <a:ext cx="2787600" cy="8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24" name="Google Shape;124;p23"/>
          <p:cNvSpPr txBox="1">
            <a:spLocks noGrp="1"/>
          </p:cNvSpPr>
          <p:nvPr>
            <p:ph type="subTitle" idx="9"/>
          </p:nvPr>
        </p:nvSpPr>
        <p:spPr>
          <a:xfrm rot="-5400803">
            <a:off x="609009" y="1779468"/>
            <a:ext cx="1284300" cy="4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lvl2pPr>
            <a:lvl3pPr lvl="2" algn="l">
              <a:lnSpc>
                <a:spcPct val="100000"/>
              </a:lnSpc>
              <a:spcBef>
                <a:spcPts val="1600"/>
              </a:spcBef>
              <a:spcAft>
                <a:spcPts val="0"/>
              </a:spcAft>
              <a:buSzPts val="1400"/>
              <a:buNone/>
              <a:defRPr b="1"/>
            </a:lvl3pPr>
            <a:lvl4pPr lvl="3" algn="l">
              <a:lnSpc>
                <a:spcPct val="100000"/>
              </a:lnSpc>
              <a:spcBef>
                <a:spcPts val="1600"/>
              </a:spcBef>
              <a:spcAft>
                <a:spcPts val="0"/>
              </a:spcAft>
              <a:buSzPts val="1400"/>
              <a:buNone/>
              <a:defRPr b="1"/>
            </a:lvl4pPr>
            <a:lvl5pPr lvl="4" algn="l">
              <a:lnSpc>
                <a:spcPct val="100000"/>
              </a:lnSpc>
              <a:spcBef>
                <a:spcPts val="1600"/>
              </a:spcBef>
              <a:spcAft>
                <a:spcPts val="0"/>
              </a:spcAft>
              <a:buSzPts val="1400"/>
              <a:buNone/>
              <a:defRPr b="1"/>
            </a:lvl5pPr>
            <a:lvl6pPr lvl="5" algn="l">
              <a:lnSpc>
                <a:spcPct val="100000"/>
              </a:lnSpc>
              <a:spcBef>
                <a:spcPts val="1600"/>
              </a:spcBef>
              <a:spcAft>
                <a:spcPts val="0"/>
              </a:spcAft>
              <a:buSzPts val="1400"/>
              <a:buNone/>
              <a:defRPr b="1"/>
            </a:lvl6pPr>
            <a:lvl7pPr lvl="6" algn="l">
              <a:lnSpc>
                <a:spcPct val="100000"/>
              </a:lnSpc>
              <a:spcBef>
                <a:spcPts val="1600"/>
              </a:spcBef>
              <a:spcAft>
                <a:spcPts val="0"/>
              </a:spcAft>
              <a:buSzPts val="1400"/>
              <a:buNone/>
              <a:defRPr b="1"/>
            </a:lvl7pPr>
            <a:lvl8pPr lvl="7" algn="l">
              <a:lnSpc>
                <a:spcPct val="100000"/>
              </a:lnSpc>
              <a:spcBef>
                <a:spcPts val="1600"/>
              </a:spcBef>
              <a:spcAft>
                <a:spcPts val="0"/>
              </a:spcAft>
              <a:buSzPts val="1400"/>
              <a:buNone/>
              <a:defRPr b="1"/>
            </a:lvl8pPr>
            <a:lvl9pPr lvl="8" algn="l">
              <a:lnSpc>
                <a:spcPct val="100000"/>
              </a:lnSpc>
              <a:spcBef>
                <a:spcPts val="1600"/>
              </a:spcBef>
              <a:spcAft>
                <a:spcPts val="1600"/>
              </a:spcAft>
              <a:buSzPts val="1400"/>
              <a:buNone/>
              <a:defRPr b="1"/>
            </a:lvl9pPr>
          </a:lstStyle>
          <a:p>
            <a:endParaRPr/>
          </a:p>
        </p:txBody>
      </p:sp>
      <p:sp>
        <p:nvSpPr>
          <p:cNvPr id="125" name="Google Shape;125;p23"/>
          <p:cNvSpPr txBox="1">
            <a:spLocks noGrp="1"/>
          </p:cNvSpPr>
          <p:nvPr>
            <p:ph type="subTitle" idx="13"/>
          </p:nvPr>
        </p:nvSpPr>
        <p:spPr>
          <a:xfrm rot="-5400000">
            <a:off x="609075" y="3422400"/>
            <a:ext cx="1284300" cy="4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lt1"/>
                </a:solidFill>
              </a:defRPr>
            </a:lvl1pPr>
            <a:lvl2pPr lvl="1" algn="l">
              <a:lnSpc>
                <a:spcPct val="100000"/>
              </a:lnSpc>
              <a:spcBef>
                <a:spcPts val="1600"/>
              </a:spcBef>
              <a:spcAft>
                <a:spcPts val="0"/>
              </a:spcAft>
              <a:buSzPts val="1400"/>
              <a:buNone/>
              <a:defRPr b="1"/>
            </a:lvl2pPr>
            <a:lvl3pPr lvl="2" algn="l">
              <a:lnSpc>
                <a:spcPct val="100000"/>
              </a:lnSpc>
              <a:spcBef>
                <a:spcPts val="1600"/>
              </a:spcBef>
              <a:spcAft>
                <a:spcPts val="0"/>
              </a:spcAft>
              <a:buSzPts val="1400"/>
              <a:buNone/>
              <a:defRPr b="1"/>
            </a:lvl3pPr>
            <a:lvl4pPr lvl="3" algn="l">
              <a:lnSpc>
                <a:spcPct val="100000"/>
              </a:lnSpc>
              <a:spcBef>
                <a:spcPts val="1600"/>
              </a:spcBef>
              <a:spcAft>
                <a:spcPts val="0"/>
              </a:spcAft>
              <a:buSzPts val="1400"/>
              <a:buNone/>
              <a:defRPr b="1"/>
            </a:lvl4pPr>
            <a:lvl5pPr lvl="4" algn="l">
              <a:lnSpc>
                <a:spcPct val="100000"/>
              </a:lnSpc>
              <a:spcBef>
                <a:spcPts val="1600"/>
              </a:spcBef>
              <a:spcAft>
                <a:spcPts val="0"/>
              </a:spcAft>
              <a:buSzPts val="1400"/>
              <a:buNone/>
              <a:defRPr b="1"/>
            </a:lvl5pPr>
            <a:lvl6pPr lvl="5" algn="l">
              <a:lnSpc>
                <a:spcPct val="100000"/>
              </a:lnSpc>
              <a:spcBef>
                <a:spcPts val="1600"/>
              </a:spcBef>
              <a:spcAft>
                <a:spcPts val="0"/>
              </a:spcAft>
              <a:buSzPts val="1400"/>
              <a:buNone/>
              <a:defRPr b="1"/>
            </a:lvl6pPr>
            <a:lvl7pPr lvl="6" algn="l">
              <a:lnSpc>
                <a:spcPct val="100000"/>
              </a:lnSpc>
              <a:spcBef>
                <a:spcPts val="1600"/>
              </a:spcBef>
              <a:spcAft>
                <a:spcPts val="0"/>
              </a:spcAft>
              <a:buSzPts val="1400"/>
              <a:buNone/>
              <a:defRPr b="1"/>
            </a:lvl7pPr>
            <a:lvl8pPr lvl="7" algn="l">
              <a:lnSpc>
                <a:spcPct val="100000"/>
              </a:lnSpc>
              <a:spcBef>
                <a:spcPts val="1600"/>
              </a:spcBef>
              <a:spcAft>
                <a:spcPts val="0"/>
              </a:spcAft>
              <a:buSzPts val="1400"/>
              <a:buNone/>
              <a:defRPr b="1"/>
            </a:lvl8pPr>
            <a:lvl9pPr lvl="8" algn="l">
              <a:lnSpc>
                <a:spcPct val="100000"/>
              </a:lnSpc>
              <a:spcBef>
                <a:spcPts val="1600"/>
              </a:spcBef>
              <a:spcAft>
                <a:spcPts val="1600"/>
              </a:spcAft>
              <a:buSzPts val="1400"/>
              <a:buNone/>
              <a:defRPr b="1"/>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6"/>
        <p:cNvGrpSpPr/>
        <p:nvPr/>
      </p:nvGrpSpPr>
      <p:grpSpPr>
        <a:xfrm>
          <a:off x="0" y="0"/>
          <a:ext cx="0" cy="0"/>
          <a:chOff x="0" y="0"/>
          <a:chExt cx="0" cy="0"/>
        </a:xfrm>
      </p:grpSpPr>
      <p:sp>
        <p:nvSpPr>
          <p:cNvPr id="127" name="Google Shape;127;p2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Font typeface="Barlow"/>
              <a:buChar char="●"/>
              <a:defRPr sz="1200"/>
            </a:lvl1pPr>
            <a:lvl2pPr marL="914400" lvl="1" indent="-317500" algn="l">
              <a:lnSpc>
                <a:spcPct val="100000"/>
              </a:lnSpc>
              <a:spcBef>
                <a:spcPts val="1600"/>
              </a:spcBef>
              <a:spcAft>
                <a:spcPts val="0"/>
              </a:spcAft>
              <a:buSzPts val="1400"/>
              <a:buFont typeface="Barlow"/>
              <a:buChar char="○"/>
              <a:defRPr sz="1200"/>
            </a:lvl2pPr>
            <a:lvl3pPr marL="1371600" lvl="2" indent="-317500" algn="l">
              <a:lnSpc>
                <a:spcPct val="100000"/>
              </a:lnSpc>
              <a:spcBef>
                <a:spcPts val="1600"/>
              </a:spcBef>
              <a:spcAft>
                <a:spcPts val="0"/>
              </a:spcAft>
              <a:buClr>
                <a:schemeClr val="lt1"/>
              </a:buClr>
              <a:buSzPts val="1400"/>
              <a:buFont typeface="Barlow"/>
              <a:buChar char="■"/>
              <a:defRPr/>
            </a:lvl3pPr>
            <a:lvl4pPr marL="1828800" lvl="3" indent="-317500" algn="l">
              <a:lnSpc>
                <a:spcPct val="100000"/>
              </a:lnSpc>
              <a:spcBef>
                <a:spcPts val="1600"/>
              </a:spcBef>
              <a:spcAft>
                <a:spcPts val="0"/>
              </a:spcAft>
              <a:buClr>
                <a:schemeClr val="lt1"/>
              </a:buClr>
              <a:buSzPts val="1400"/>
              <a:buFont typeface="Barlow"/>
              <a:buChar char="●"/>
              <a:defRPr/>
            </a:lvl4pPr>
            <a:lvl5pPr marL="2286000" lvl="4" indent="-317500" algn="l">
              <a:lnSpc>
                <a:spcPct val="100000"/>
              </a:lnSpc>
              <a:spcBef>
                <a:spcPts val="1600"/>
              </a:spcBef>
              <a:spcAft>
                <a:spcPts val="0"/>
              </a:spcAft>
              <a:buClr>
                <a:schemeClr val="lt1"/>
              </a:buClr>
              <a:buSzPts val="1400"/>
              <a:buFont typeface="Barlow"/>
              <a:buChar char="○"/>
              <a:defRPr/>
            </a:lvl5pPr>
            <a:lvl6pPr marL="2743200" lvl="5" indent="-317500" algn="l">
              <a:lnSpc>
                <a:spcPct val="100000"/>
              </a:lnSpc>
              <a:spcBef>
                <a:spcPts val="1600"/>
              </a:spcBef>
              <a:spcAft>
                <a:spcPts val="0"/>
              </a:spcAft>
              <a:buClr>
                <a:schemeClr val="lt1"/>
              </a:buClr>
              <a:buSzPts val="1400"/>
              <a:buFont typeface="Barlow"/>
              <a:buChar char="■"/>
              <a:defRPr/>
            </a:lvl6pPr>
            <a:lvl7pPr marL="3200400" lvl="6" indent="-317500" algn="l">
              <a:lnSpc>
                <a:spcPct val="100000"/>
              </a:lnSpc>
              <a:spcBef>
                <a:spcPts val="1600"/>
              </a:spcBef>
              <a:spcAft>
                <a:spcPts val="0"/>
              </a:spcAft>
              <a:buClr>
                <a:schemeClr val="lt1"/>
              </a:buClr>
              <a:buSzPts val="1400"/>
              <a:buFont typeface="Barlow"/>
              <a:buChar char="●"/>
              <a:defRPr/>
            </a:lvl7pPr>
            <a:lvl8pPr marL="3657600" lvl="7" indent="-317500" algn="l">
              <a:lnSpc>
                <a:spcPct val="100000"/>
              </a:lnSpc>
              <a:spcBef>
                <a:spcPts val="1600"/>
              </a:spcBef>
              <a:spcAft>
                <a:spcPts val="0"/>
              </a:spcAft>
              <a:buClr>
                <a:schemeClr val="lt1"/>
              </a:buClr>
              <a:buSzPts val="1400"/>
              <a:buFont typeface="Barlow"/>
              <a:buChar char="○"/>
              <a:defRPr/>
            </a:lvl8pPr>
            <a:lvl9pPr marL="4114800" lvl="8" indent="-317500" algn="l">
              <a:lnSpc>
                <a:spcPct val="100000"/>
              </a:lnSpc>
              <a:spcBef>
                <a:spcPts val="1600"/>
              </a:spcBef>
              <a:spcAft>
                <a:spcPts val="1600"/>
              </a:spcAft>
              <a:buClr>
                <a:schemeClr val="lt1"/>
              </a:buClr>
              <a:buSzPts val="1400"/>
              <a:buFont typeface="Barlow"/>
              <a:buChar char="■"/>
              <a:defRPr/>
            </a:lvl9pPr>
          </a:lstStyle>
          <a:p>
            <a:endParaRPr/>
          </a:p>
        </p:txBody>
      </p:sp>
      <p:sp>
        <p:nvSpPr>
          <p:cNvPr id="128" name="Google Shape;128;p24"/>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1" name="Google Shape;131;p25"/>
          <p:cNvSpPr txBox="1">
            <a:spLocks noGrp="1"/>
          </p:cNvSpPr>
          <p:nvPr>
            <p:ph type="body" idx="1"/>
          </p:nvPr>
        </p:nvSpPr>
        <p:spPr>
          <a:xfrm>
            <a:off x="713225" y="2371675"/>
            <a:ext cx="2987100" cy="1279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000043"/>
              </a:buClr>
              <a:buSzPts val="1400"/>
              <a:buFont typeface="Quicksand Medium"/>
              <a:buChar char="●"/>
              <a:defRPr sz="1400">
                <a:solidFill>
                  <a:schemeClr val="dk1"/>
                </a:solidFill>
              </a:defRPr>
            </a:lvl1pPr>
            <a:lvl2pPr marL="914400" lvl="1" indent="-317500" algn="l">
              <a:lnSpc>
                <a:spcPct val="100000"/>
              </a:lnSpc>
              <a:spcBef>
                <a:spcPts val="0"/>
              </a:spcBef>
              <a:spcAft>
                <a:spcPts val="0"/>
              </a:spcAft>
              <a:buClr>
                <a:srgbClr val="000043"/>
              </a:buClr>
              <a:buSzPts val="1400"/>
              <a:buFont typeface="Quicksand Medium"/>
              <a:buChar char="●"/>
              <a:defRPr sz="1200"/>
            </a:lvl2pPr>
            <a:lvl3pPr marL="1371600" lvl="2" indent="-317500" algn="l">
              <a:lnSpc>
                <a:spcPct val="100000"/>
              </a:lnSpc>
              <a:spcBef>
                <a:spcPts val="1600"/>
              </a:spcBef>
              <a:spcAft>
                <a:spcPts val="0"/>
              </a:spcAft>
              <a:buClr>
                <a:srgbClr val="000043"/>
              </a:buClr>
              <a:buSzPts val="1400"/>
              <a:buFont typeface="Quicksand Medium"/>
              <a:buChar char="■"/>
              <a:defRPr sz="1200"/>
            </a:lvl3pPr>
            <a:lvl4pPr marL="1828800" lvl="3" indent="-317500" algn="l">
              <a:lnSpc>
                <a:spcPct val="100000"/>
              </a:lnSpc>
              <a:spcBef>
                <a:spcPts val="1600"/>
              </a:spcBef>
              <a:spcAft>
                <a:spcPts val="0"/>
              </a:spcAft>
              <a:buClr>
                <a:srgbClr val="000043"/>
              </a:buClr>
              <a:buSzPts val="1400"/>
              <a:buFont typeface="Quicksand Medium"/>
              <a:buChar char="●"/>
              <a:defRPr sz="1200"/>
            </a:lvl4pPr>
            <a:lvl5pPr marL="2286000" lvl="4" indent="-317500" algn="l">
              <a:lnSpc>
                <a:spcPct val="100000"/>
              </a:lnSpc>
              <a:spcBef>
                <a:spcPts val="1600"/>
              </a:spcBef>
              <a:spcAft>
                <a:spcPts val="0"/>
              </a:spcAft>
              <a:buClr>
                <a:srgbClr val="000043"/>
              </a:buClr>
              <a:buSzPts val="1400"/>
              <a:buFont typeface="Quicksand Medium"/>
              <a:buChar char="○"/>
              <a:defRPr sz="1200"/>
            </a:lvl5pPr>
            <a:lvl6pPr marL="2743200" lvl="5" indent="-317500" algn="l">
              <a:lnSpc>
                <a:spcPct val="100000"/>
              </a:lnSpc>
              <a:spcBef>
                <a:spcPts val="1600"/>
              </a:spcBef>
              <a:spcAft>
                <a:spcPts val="0"/>
              </a:spcAft>
              <a:buClr>
                <a:srgbClr val="000043"/>
              </a:buClr>
              <a:buSzPts val="1400"/>
              <a:buFont typeface="Quicksand Medium"/>
              <a:buChar char="■"/>
              <a:defRPr sz="1200"/>
            </a:lvl6pPr>
            <a:lvl7pPr marL="3200400" lvl="6" indent="-317500" algn="l">
              <a:lnSpc>
                <a:spcPct val="100000"/>
              </a:lnSpc>
              <a:spcBef>
                <a:spcPts val="1600"/>
              </a:spcBef>
              <a:spcAft>
                <a:spcPts val="0"/>
              </a:spcAft>
              <a:buClr>
                <a:srgbClr val="000043"/>
              </a:buClr>
              <a:buSzPts val="1400"/>
              <a:buFont typeface="Quicksand Medium"/>
              <a:buChar char="●"/>
              <a:defRPr sz="1200"/>
            </a:lvl7pPr>
            <a:lvl8pPr marL="3657600" lvl="7" indent="-317500" algn="l">
              <a:lnSpc>
                <a:spcPct val="100000"/>
              </a:lnSpc>
              <a:spcBef>
                <a:spcPts val="1600"/>
              </a:spcBef>
              <a:spcAft>
                <a:spcPts val="0"/>
              </a:spcAft>
              <a:buClr>
                <a:srgbClr val="000043"/>
              </a:buClr>
              <a:buSzPts val="1400"/>
              <a:buFont typeface="Quicksand Medium"/>
              <a:buChar char="○"/>
              <a:defRPr sz="1200"/>
            </a:lvl8pPr>
            <a:lvl9pPr marL="4114800" lvl="8" indent="-317500" algn="l">
              <a:lnSpc>
                <a:spcPct val="100000"/>
              </a:lnSpc>
              <a:spcBef>
                <a:spcPts val="1600"/>
              </a:spcBef>
              <a:spcAft>
                <a:spcPts val="1600"/>
              </a:spcAft>
              <a:buClr>
                <a:srgbClr val="000043"/>
              </a:buClr>
              <a:buSzPts val="1400"/>
              <a:buFont typeface="Quicksand Medium"/>
              <a:buChar char="■"/>
              <a:defRPr sz="1200"/>
            </a:lvl9pPr>
          </a:lstStyle>
          <a:p>
            <a:endParaRPr/>
          </a:p>
        </p:txBody>
      </p:sp>
      <p:sp>
        <p:nvSpPr>
          <p:cNvPr id="132" name="Google Shape;132;p25"/>
          <p:cNvSpPr txBox="1">
            <a:spLocks noGrp="1"/>
          </p:cNvSpPr>
          <p:nvPr>
            <p:ph type="body" idx="2"/>
          </p:nvPr>
        </p:nvSpPr>
        <p:spPr>
          <a:xfrm>
            <a:off x="3962400" y="2371675"/>
            <a:ext cx="2987100" cy="1279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000043"/>
              </a:buClr>
              <a:buSzPts val="1400"/>
              <a:buFont typeface="Quicksand Medium"/>
              <a:buChar char="●"/>
              <a:defRPr sz="1400">
                <a:solidFill>
                  <a:schemeClr val="dk1"/>
                </a:solidFill>
              </a:defRPr>
            </a:lvl1pPr>
            <a:lvl2pPr marL="914400" lvl="1" indent="-317500" algn="l">
              <a:lnSpc>
                <a:spcPct val="100000"/>
              </a:lnSpc>
              <a:spcBef>
                <a:spcPts val="0"/>
              </a:spcBef>
              <a:spcAft>
                <a:spcPts val="0"/>
              </a:spcAft>
              <a:buClr>
                <a:srgbClr val="000043"/>
              </a:buClr>
              <a:buSzPts val="1400"/>
              <a:buFont typeface="Quicksand Medium"/>
              <a:buChar char="●"/>
              <a:defRPr sz="1200"/>
            </a:lvl2pPr>
            <a:lvl3pPr marL="1371600" lvl="2" indent="-317500" algn="l">
              <a:lnSpc>
                <a:spcPct val="100000"/>
              </a:lnSpc>
              <a:spcBef>
                <a:spcPts val="1600"/>
              </a:spcBef>
              <a:spcAft>
                <a:spcPts val="0"/>
              </a:spcAft>
              <a:buClr>
                <a:srgbClr val="000043"/>
              </a:buClr>
              <a:buSzPts val="1400"/>
              <a:buFont typeface="Quicksand Medium"/>
              <a:buChar char="■"/>
              <a:defRPr sz="1200"/>
            </a:lvl3pPr>
            <a:lvl4pPr marL="1828800" lvl="3" indent="-317500" algn="l">
              <a:lnSpc>
                <a:spcPct val="100000"/>
              </a:lnSpc>
              <a:spcBef>
                <a:spcPts val="1600"/>
              </a:spcBef>
              <a:spcAft>
                <a:spcPts val="0"/>
              </a:spcAft>
              <a:buClr>
                <a:srgbClr val="000043"/>
              </a:buClr>
              <a:buSzPts val="1400"/>
              <a:buFont typeface="Quicksand Medium"/>
              <a:buChar char="●"/>
              <a:defRPr sz="1200"/>
            </a:lvl4pPr>
            <a:lvl5pPr marL="2286000" lvl="4" indent="-317500" algn="l">
              <a:lnSpc>
                <a:spcPct val="100000"/>
              </a:lnSpc>
              <a:spcBef>
                <a:spcPts val="1600"/>
              </a:spcBef>
              <a:spcAft>
                <a:spcPts val="0"/>
              </a:spcAft>
              <a:buClr>
                <a:srgbClr val="000043"/>
              </a:buClr>
              <a:buSzPts val="1400"/>
              <a:buFont typeface="Quicksand Medium"/>
              <a:buChar char="○"/>
              <a:defRPr sz="1200"/>
            </a:lvl5pPr>
            <a:lvl6pPr marL="2743200" lvl="5" indent="-317500" algn="l">
              <a:lnSpc>
                <a:spcPct val="100000"/>
              </a:lnSpc>
              <a:spcBef>
                <a:spcPts val="1600"/>
              </a:spcBef>
              <a:spcAft>
                <a:spcPts val="0"/>
              </a:spcAft>
              <a:buClr>
                <a:srgbClr val="000043"/>
              </a:buClr>
              <a:buSzPts val="1400"/>
              <a:buFont typeface="Quicksand Medium"/>
              <a:buChar char="■"/>
              <a:defRPr sz="1200"/>
            </a:lvl6pPr>
            <a:lvl7pPr marL="3200400" lvl="6" indent="-317500" algn="l">
              <a:lnSpc>
                <a:spcPct val="100000"/>
              </a:lnSpc>
              <a:spcBef>
                <a:spcPts val="1600"/>
              </a:spcBef>
              <a:spcAft>
                <a:spcPts val="0"/>
              </a:spcAft>
              <a:buClr>
                <a:srgbClr val="000043"/>
              </a:buClr>
              <a:buSzPts val="1400"/>
              <a:buFont typeface="Quicksand Medium"/>
              <a:buChar char="●"/>
              <a:defRPr sz="1200"/>
            </a:lvl7pPr>
            <a:lvl8pPr marL="3657600" lvl="7" indent="-317500" algn="l">
              <a:lnSpc>
                <a:spcPct val="100000"/>
              </a:lnSpc>
              <a:spcBef>
                <a:spcPts val="1600"/>
              </a:spcBef>
              <a:spcAft>
                <a:spcPts val="0"/>
              </a:spcAft>
              <a:buClr>
                <a:srgbClr val="000043"/>
              </a:buClr>
              <a:buSzPts val="1400"/>
              <a:buFont typeface="Quicksand Medium"/>
              <a:buChar char="○"/>
              <a:defRPr sz="1200"/>
            </a:lvl8pPr>
            <a:lvl9pPr marL="4114800" lvl="8" indent="-317500" algn="l">
              <a:lnSpc>
                <a:spcPct val="100000"/>
              </a:lnSpc>
              <a:spcBef>
                <a:spcPts val="1600"/>
              </a:spcBef>
              <a:spcAft>
                <a:spcPts val="1600"/>
              </a:spcAft>
              <a:buClr>
                <a:srgbClr val="000043"/>
              </a:buClr>
              <a:buSzPts val="1400"/>
              <a:buFont typeface="Quicksand Medium"/>
              <a:buChar char="■"/>
              <a:defRPr sz="1200"/>
            </a:lvl9pPr>
          </a:lstStyle>
          <a:p>
            <a:endParaRPr/>
          </a:p>
        </p:txBody>
      </p:sp>
      <p:sp>
        <p:nvSpPr>
          <p:cNvPr id="133" name="Google Shape;133;p25"/>
          <p:cNvSpPr txBox="1">
            <a:spLocks noGrp="1"/>
          </p:cNvSpPr>
          <p:nvPr>
            <p:ph type="subTitle" idx="3"/>
          </p:nvPr>
        </p:nvSpPr>
        <p:spPr>
          <a:xfrm>
            <a:off x="713225" y="1925800"/>
            <a:ext cx="2987100" cy="470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800"/>
              <a:buNone/>
              <a:defRPr b="1">
                <a:solidFill>
                  <a:schemeClr val="accent1"/>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134" name="Google Shape;134;p25"/>
          <p:cNvSpPr txBox="1">
            <a:spLocks noGrp="1"/>
          </p:cNvSpPr>
          <p:nvPr>
            <p:ph type="subTitle" idx="4"/>
          </p:nvPr>
        </p:nvSpPr>
        <p:spPr>
          <a:xfrm>
            <a:off x="3962400" y="1925800"/>
            <a:ext cx="2987100" cy="470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1800"/>
              <a:buNone/>
              <a:defRPr b="1">
                <a:solidFill>
                  <a:schemeClr val="accent1"/>
                </a:solidFill>
              </a:defRPr>
            </a:lvl1pPr>
            <a:lvl2pPr lvl="1" algn="l">
              <a:lnSpc>
                <a:spcPct val="100000"/>
              </a:lnSpc>
              <a:spcBef>
                <a:spcPts val="160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135" name="Google Shape;135;p25"/>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5"/>
          <p:cNvSpPr/>
          <p:nvPr/>
        </p:nvSpPr>
        <p:spPr>
          <a:xfrm>
            <a:off x="6304500" y="0"/>
            <a:ext cx="1216200" cy="2051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717800" y="383175"/>
            <a:ext cx="7708200" cy="647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39" name="Google Shape;139;p26"/>
          <p:cNvSpPr/>
          <p:nvPr/>
        </p:nvSpPr>
        <p:spPr>
          <a:xfrm rot="5400000">
            <a:off x="6703350" y="2702925"/>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1">
  <p:cSld name="CUSTOM_14">
    <p:spTree>
      <p:nvGrpSpPr>
        <p:cNvPr id="1" name="Shape 140"/>
        <p:cNvGrpSpPr/>
        <p:nvPr/>
      </p:nvGrpSpPr>
      <p:grpSpPr>
        <a:xfrm>
          <a:off x="0" y="0"/>
          <a:ext cx="0" cy="0"/>
          <a:chOff x="0" y="0"/>
          <a:chExt cx="0" cy="0"/>
        </a:xfrm>
      </p:grpSpPr>
      <p:sp>
        <p:nvSpPr>
          <p:cNvPr id="141" name="Google Shape;141;p27"/>
          <p:cNvSpPr txBox="1">
            <a:spLocks noGrp="1"/>
          </p:cNvSpPr>
          <p:nvPr>
            <p:ph type="subTitle" idx="1"/>
          </p:nvPr>
        </p:nvSpPr>
        <p:spPr>
          <a:xfrm>
            <a:off x="5951340" y="1570850"/>
            <a:ext cx="2479500" cy="423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b="1">
                <a:solidFill>
                  <a:schemeClr val="accent1"/>
                </a:solidFill>
              </a:defRPr>
            </a:lvl1pPr>
            <a:lvl2pPr lvl="1" algn="r">
              <a:lnSpc>
                <a:spcPct val="100000"/>
              </a:lnSpc>
              <a:spcBef>
                <a:spcPts val="1600"/>
              </a:spcBef>
              <a:spcAft>
                <a:spcPts val="0"/>
              </a:spcAft>
              <a:buSzPts val="1400"/>
              <a:buNone/>
              <a:defRPr b="1">
                <a:solidFill>
                  <a:schemeClr val="accent1"/>
                </a:solidFill>
              </a:defRPr>
            </a:lvl2pPr>
            <a:lvl3pPr lvl="2" algn="r">
              <a:lnSpc>
                <a:spcPct val="100000"/>
              </a:lnSpc>
              <a:spcBef>
                <a:spcPts val="1600"/>
              </a:spcBef>
              <a:spcAft>
                <a:spcPts val="0"/>
              </a:spcAft>
              <a:buSzPts val="1400"/>
              <a:buNone/>
              <a:defRPr b="1">
                <a:solidFill>
                  <a:schemeClr val="accent1"/>
                </a:solidFill>
              </a:defRPr>
            </a:lvl3pPr>
            <a:lvl4pPr lvl="3" algn="r">
              <a:lnSpc>
                <a:spcPct val="100000"/>
              </a:lnSpc>
              <a:spcBef>
                <a:spcPts val="1600"/>
              </a:spcBef>
              <a:spcAft>
                <a:spcPts val="0"/>
              </a:spcAft>
              <a:buSzPts val="1400"/>
              <a:buNone/>
              <a:defRPr b="1">
                <a:solidFill>
                  <a:schemeClr val="accent1"/>
                </a:solidFill>
              </a:defRPr>
            </a:lvl4pPr>
            <a:lvl5pPr lvl="4" algn="r">
              <a:lnSpc>
                <a:spcPct val="100000"/>
              </a:lnSpc>
              <a:spcBef>
                <a:spcPts val="1600"/>
              </a:spcBef>
              <a:spcAft>
                <a:spcPts val="0"/>
              </a:spcAft>
              <a:buSzPts val="1400"/>
              <a:buNone/>
              <a:defRPr b="1">
                <a:solidFill>
                  <a:schemeClr val="accent1"/>
                </a:solidFill>
              </a:defRPr>
            </a:lvl5pPr>
            <a:lvl6pPr lvl="5" algn="r">
              <a:lnSpc>
                <a:spcPct val="100000"/>
              </a:lnSpc>
              <a:spcBef>
                <a:spcPts val="1600"/>
              </a:spcBef>
              <a:spcAft>
                <a:spcPts val="0"/>
              </a:spcAft>
              <a:buSzPts val="1400"/>
              <a:buNone/>
              <a:defRPr b="1">
                <a:solidFill>
                  <a:schemeClr val="accent1"/>
                </a:solidFill>
              </a:defRPr>
            </a:lvl6pPr>
            <a:lvl7pPr lvl="6" algn="r">
              <a:lnSpc>
                <a:spcPct val="100000"/>
              </a:lnSpc>
              <a:spcBef>
                <a:spcPts val="1600"/>
              </a:spcBef>
              <a:spcAft>
                <a:spcPts val="0"/>
              </a:spcAft>
              <a:buSzPts val="1400"/>
              <a:buNone/>
              <a:defRPr b="1">
                <a:solidFill>
                  <a:schemeClr val="accent1"/>
                </a:solidFill>
              </a:defRPr>
            </a:lvl7pPr>
            <a:lvl8pPr lvl="7" algn="r">
              <a:lnSpc>
                <a:spcPct val="100000"/>
              </a:lnSpc>
              <a:spcBef>
                <a:spcPts val="1600"/>
              </a:spcBef>
              <a:spcAft>
                <a:spcPts val="0"/>
              </a:spcAft>
              <a:buSzPts val="1400"/>
              <a:buNone/>
              <a:defRPr b="1">
                <a:solidFill>
                  <a:schemeClr val="accent1"/>
                </a:solidFill>
              </a:defRPr>
            </a:lvl8pPr>
            <a:lvl9pPr lvl="8" algn="r">
              <a:lnSpc>
                <a:spcPct val="100000"/>
              </a:lnSpc>
              <a:spcBef>
                <a:spcPts val="1600"/>
              </a:spcBef>
              <a:spcAft>
                <a:spcPts val="1600"/>
              </a:spcAft>
              <a:buSzPts val="1400"/>
              <a:buNone/>
              <a:defRPr b="1">
                <a:solidFill>
                  <a:schemeClr val="accent1"/>
                </a:solidFill>
              </a:defRPr>
            </a:lvl9pPr>
          </a:lstStyle>
          <a:p>
            <a:endParaRPr/>
          </a:p>
        </p:txBody>
      </p:sp>
      <p:sp>
        <p:nvSpPr>
          <p:cNvPr id="142" name="Google Shape;142;p27"/>
          <p:cNvSpPr txBox="1">
            <a:spLocks noGrp="1"/>
          </p:cNvSpPr>
          <p:nvPr>
            <p:ph type="subTitle" idx="2"/>
          </p:nvPr>
        </p:nvSpPr>
        <p:spPr>
          <a:xfrm>
            <a:off x="5951336" y="1941975"/>
            <a:ext cx="2479500" cy="8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r">
              <a:lnSpc>
                <a:spcPct val="100000"/>
              </a:lnSpc>
              <a:spcBef>
                <a:spcPts val="1600"/>
              </a:spcBef>
              <a:spcAft>
                <a:spcPts val="0"/>
              </a:spcAft>
              <a:buSzPts val="1400"/>
              <a:buNone/>
              <a:defRPr sz="1400">
                <a:solidFill>
                  <a:schemeClr val="dk1"/>
                </a:solidFill>
              </a:defRPr>
            </a:lvl2pPr>
            <a:lvl3pPr lvl="2" algn="r">
              <a:lnSpc>
                <a:spcPct val="100000"/>
              </a:lnSpc>
              <a:spcBef>
                <a:spcPts val="1600"/>
              </a:spcBef>
              <a:spcAft>
                <a:spcPts val="0"/>
              </a:spcAft>
              <a:buSzPts val="1400"/>
              <a:buNone/>
              <a:defRPr sz="1400">
                <a:solidFill>
                  <a:schemeClr val="dk1"/>
                </a:solidFill>
              </a:defRPr>
            </a:lvl3pPr>
            <a:lvl4pPr lvl="3" algn="r">
              <a:lnSpc>
                <a:spcPct val="100000"/>
              </a:lnSpc>
              <a:spcBef>
                <a:spcPts val="1600"/>
              </a:spcBef>
              <a:spcAft>
                <a:spcPts val="0"/>
              </a:spcAft>
              <a:buSzPts val="1400"/>
              <a:buNone/>
              <a:defRPr sz="1400">
                <a:solidFill>
                  <a:schemeClr val="dk1"/>
                </a:solidFill>
              </a:defRPr>
            </a:lvl4pPr>
            <a:lvl5pPr lvl="4" algn="r">
              <a:lnSpc>
                <a:spcPct val="100000"/>
              </a:lnSpc>
              <a:spcBef>
                <a:spcPts val="1600"/>
              </a:spcBef>
              <a:spcAft>
                <a:spcPts val="0"/>
              </a:spcAft>
              <a:buSzPts val="1400"/>
              <a:buNone/>
              <a:defRPr sz="1400">
                <a:solidFill>
                  <a:schemeClr val="dk1"/>
                </a:solidFill>
              </a:defRPr>
            </a:lvl5pPr>
            <a:lvl6pPr lvl="5" algn="r">
              <a:lnSpc>
                <a:spcPct val="100000"/>
              </a:lnSpc>
              <a:spcBef>
                <a:spcPts val="1600"/>
              </a:spcBef>
              <a:spcAft>
                <a:spcPts val="0"/>
              </a:spcAft>
              <a:buSzPts val="1400"/>
              <a:buNone/>
              <a:defRPr sz="1400">
                <a:solidFill>
                  <a:schemeClr val="dk1"/>
                </a:solidFill>
              </a:defRPr>
            </a:lvl6pPr>
            <a:lvl7pPr lvl="6" algn="r">
              <a:lnSpc>
                <a:spcPct val="100000"/>
              </a:lnSpc>
              <a:spcBef>
                <a:spcPts val="1600"/>
              </a:spcBef>
              <a:spcAft>
                <a:spcPts val="0"/>
              </a:spcAft>
              <a:buSzPts val="1400"/>
              <a:buNone/>
              <a:defRPr sz="1400">
                <a:solidFill>
                  <a:schemeClr val="dk1"/>
                </a:solidFill>
              </a:defRPr>
            </a:lvl7pPr>
            <a:lvl8pPr lvl="7" algn="r">
              <a:lnSpc>
                <a:spcPct val="100000"/>
              </a:lnSpc>
              <a:spcBef>
                <a:spcPts val="1600"/>
              </a:spcBef>
              <a:spcAft>
                <a:spcPts val="0"/>
              </a:spcAft>
              <a:buSzPts val="1400"/>
              <a:buNone/>
              <a:defRPr sz="1400">
                <a:solidFill>
                  <a:schemeClr val="dk1"/>
                </a:solidFill>
              </a:defRPr>
            </a:lvl8pPr>
            <a:lvl9pPr lvl="8" algn="r">
              <a:lnSpc>
                <a:spcPct val="100000"/>
              </a:lnSpc>
              <a:spcBef>
                <a:spcPts val="1600"/>
              </a:spcBef>
              <a:spcAft>
                <a:spcPts val="1600"/>
              </a:spcAft>
              <a:buSzPts val="1400"/>
              <a:buNone/>
              <a:defRPr sz="1400">
                <a:solidFill>
                  <a:schemeClr val="dk1"/>
                </a:solidFill>
              </a:defRPr>
            </a:lvl9pPr>
          </a:lstStyle>
          <a:p>
            <a:endParaRPr/>
          </a:p>
        </p:txBody>
      </p:sp>
      <p:sp>
        <p:nvSpPr>
          <p:cNvPr id="143" name="Google Shape;143;p27"/>
          <p:cNvSpPr txBox="1">
            <a:spLocks noGrp="1"/>
          </p:cNvSpPr>
          <p:nvPr>
            <p:ph type="subTitle" idx="3"/>
          </p:nvPr>
        </p:nvSpPr>
        <p:spPr>
          <a:xfrm>
            <a:off x="5951276" y="3064926"/>
            <a:ext cx="2479500" cy="340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b="1">
                <a:solidFill>
                  <a:schemeClr val="accent1"/>
                </a:solidFill>
              </a:defRPr>
            </a:lvl1pPr>
            <a:lvl2pPr lvl="1" algn="r">
              <a:lnSpc>
                <a:spcPct val="100000"/>
              </a:lnSpc>
              <a:spcBef>
                <a:spcPts val="1600"/>
              </a:spcBef>
              <a:spcAft>
                <a:spcPts val="0"/>
              </a:spcAft>
              <a:buSzPts val="1400"/>
              <a:buNone/>
              <a:defRPr b="1">
                <a:solidFill>
                  <a:schemeClr val="accent1"/>
                </a:solidFill>
              </a:defRPr>
            </a:lvl2pPr>
            <a:lvl3pPr lvl="2" algn="r">
              <a:lnSpc>
                <a:spcPct val="100000"/>
              </a:lnSpc>
              <a:spcBef>
                <a:spcPts val="1600"/>
              </a:spcBef>
              <a:spcAft>
                <a:spcPts val="0"/>
              </a:spcAft>
              <a:buSzPts val="1400"/>
              <a:buNone/>
              <a:defRPr b="1">
                <a:solidFill>
                  <a:schemeClr val="accent1"/>
                </a:solidFill>
              </a:defRPr>
            </a:lvl3pPr>
            <a:lvl4pPr lvl="3" algn="r">
              <a:lnSpc>
                <a:spcPct val="100000"/>
              </a:lnSpc>
              <a:spcBef>
                <a:spcPts val="1600"/>
              </a:spcBef>
              <a:spcAft>
                <a:spcPts val="0"/>
              </a:spcAft>
              <a:buSzPts val="1400"/>
              <a:buNone/>
              <a:defRPr b="1">
                <a:solidFill>
                  <a:schemeClr val="accent1"/>
                </a:solidFill>
              </a:defRPr>
            </a:lvl4pPr>
            <a:lvl5pPr lvl="4" algn="r">
              <a:lnSpc>
                <a:spcPct val="100000"/>
              </a:lnSpc>
              <a:spcBef>
                <a:spcPts val="1600"/>
              </a:spcBef>
              <a:spcAft>
                <a:spcPts val="0"/>
              </a:spcAft>
              <a:buSzPts val="1400"/>
              <a:buNone/>
              <a:defRPr b="1">
                <a:solidFill>
                  <a:schemeClr val="accent1"/>
                </a:solidFill>
              </a:defRPr>
            </a:lvl5pPr>
            <a:lvl6pPr lvl="5" algn="r">
              <a:lnSpc>
                <a:spcPct val="100000"/>
              </a:lnSpc>
              <a:spcBef>
                <a:spcPts val="1600"/>
              </a:spcBef>
              <a:spcAft>
                <a:spcPts val="0"/>
              </a:spcAft>
              <a:buSzPts val="1400"/>
              <a:buNone/>
              <a:defRPr b="1">
                <a:solidFill>
                  <a:schemeClr val="accent1"/>
                </a:solidFill>
              </a:defRPr>
            </a:lvl6pPr>
            <a:lvl7pPr lvl="6" algn="r">
              <a:lnSpc>
                <a:spcPct val="100000"/>
              </a:lnSpc>
              <a:spcBef>
                <a:spcPts val="1600"/>
              </a:spcBef>
              <a:spcAft>
                <a:spcPts val="0"/>
              </a:spcAft>
              <a:buSzPts val="1400"/>
              <a:buNone/>
              <a:defRPr b="1">
                <a:solidFill>
                  <a:schemeClr val="accent1"/>
                </a:solidFill>
              </a:defRPr>
            </a:lvl7pPr>
            <a:lvl8pPr lvl="7" algn="r">
              <a:lnSpc>
                <a:spcPct val="100000"/>
              </a:lnSpc>
              <a:spcBef>
                <a:spcPts val="1600"/>
              </a:spcBef>
              <a:spcAft>
                <a:spcPts val="0"/>
              </a:spcAft>
              <a:buSzPts val="1400"/>
              <a:buNone/>
              <a:defRPr b="1">
                <a:solidFill>
                  <a:schemeClr val="accent1"/>
                </a:solidFill>
              </a:defRPr>
            </a:lvl8pPr>
            <a:lvl9pPr lvl="8" algn="r">
              <a:lnSpc>
                <a:spcPct val="100000"/>
              </a:lnSpc>
              <a:spcBef>
                <a:spcPts val="1600"/>
              </a:spcBef>
              <a:spcAft>
                <a:spcPts val="1600"/>
              </a:spcAft>
              <a:buSzPts val="1400"/>
              <a:buNone/>
              <a:defRPr b="1">
                <a:solidFill>
                  <a:schemeClr val="accent1"/>
                </a:solidFill>
              </a:defRPr>
            </a:lvl9pPr>
          </a:lstStyle>
          <a:p>
            <a:endParaRPr/>
          </a:p>
        </p:txBody>
      </p:sp>
      <p:sp>
        <p:nvSpPr>
          <p:cNvPr id="144" name="Google Shape;144;p27"/>
          <p:cNvSpPr txBox="1">
            <a:spLocks noGrp="1"/>
          </p:cNvSpPr>
          <p:nvPr>
            <p:ph type="subTitle" idx="4"/>
          </p:nvPr>
        </p:nvSpPr>
        <p:spPr>
          <a:xfrm>
            <a:off x="5951276" y="3436049"/>
            <a:ext cx="2479500" cy="8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r">
              <a:lnSpc>
                <a:spcPct val="100000"/>
              </a:lnSpc>
              <a:spcBef>
                <a:spcPts val="0"/>
              </a:spcBef>
              <a:spcAft>
                <a:spcPts val="0"/>
              </a:spcAft>
              <a:buSzPts val="1400"/>
              <a:buNone/>
              <a:defRPr sz="1400">
                <a:solidFill>
                  <a:schemeClr val="dk1"/>
                </a:solidFill>
              </a:defRPr>
            </a:lvl2pPr>
            <a:lvl3pPr lvl="2" algn="r">
              <a:lnSpc>
                <a:spcPct val="100000"/>
              </a:lnSpc>
              <a:spcBef>
                <a:spcPts val="0"/>
              </a:spcBef>
              <a:spcAft>
                <a:spcPts val="0"/>
              </a:spcAft>
              <a:buSzPts val="1400"/>
              <a:buNone/>
              <a:defRPr sz="1400">
                <a:solidFill>
                  <a:schemeClr val="dk1"/>
                </a:solidFill>
              </a:defRPr>
            </a:lvl3pPr>
            <a:lvl4pPr lvl="3" algn="r">
              <a:lnSpc>
                <a:spcPct val="100000"/>
              </a:lnSpc>
              <a:spcBef>
                <a:spcPts val="0"/>
              </a:spcBef>
              <a:spcAft>
                <a:spcPts val="0"/>
              </a:spcAft>
              <a:buSzPts val="1400"/>
              <a:buNone/>
              <a:defRPr sz="1400">
                <a:solidFill>
                  <a:schemeClr val="dk1"/>
                </a:solidFill>
              </a:defRPr>
            </a:lvl4pPr>
            <a:lvl5pPr lvl="4" algn="r">
              <a:lnSpc>
                <a:spcPct val="100000"/>
              </a:lnSpc>
              <a:spcBef>
                <a:spcPts val="0"/>
              </a:spcBef>
              <a:spcAft>
                <a:spcPts val="0"/>
              </a:spcAft>
              <a:buSzPts val="1400"/>
              <a:buNone/>
              <a:defRPr sz="1400">
                <a:solidFill>
                  <a:schemeClr val="dk1"/>
                </a:solidFill>
              </a:defRPr>
            </a:lvl5pPr>
            <a:lvl6pPr lvl="5" algn="r">
              <a:lnSpc>
                <a:spcPct val="100000"/>
              </a:lnSpc>
              <a:spcBef>
                <a:spcPts val="0"/>
              </a:spcBef>
              <a:spcAft>
                <a:spcPts val="0"/>
              </a:spcAft>
              <a:buSzPts val="1400"/>
              <a:buNone/>
              <a:defRPr sz="1400">
                <a:solidFill>
                  <a:schemeClr val="dk1"/>
                </a:solidFill>
              </a:defRPr>
            </a:lvl6pPr>
            <a:lvl7pPr lvl="6" algn="r">
              <a:lnSpc>
                <a:spcPct val="100000"/>
              </a:lnSpc>
              <a:spcBef>
                <a:spcPts val="0"/>
              </a:spcBef>
              <a:spcAft>
                <a:spcPts val="0"/>
              </a:spcAft>
              <a:buSzPts val="1400"/>
              <a:buNone/>
              <a:defRPr sz="1400">
                <a:solidFill>
                  <a:schemeClr val="dk1"/>
                </a:solidFill>
              </a:defRPr>
            </a:lvl7pPr>
            <a:lvl8pPr lvl="7" algn="r">
              <a:lnSpc>
                <a:spcPct val="100000"/>
              </a:lnSpc>
              <a:spcBef>
                <a:spcPts val="0"/>
              </a:spcBef>
              <a:spcAft>
                <a:spcPts val="0"/>
              </a:spcAft>
              <a:buSzPts val="1400"/>
              <a:buNone/>
              <a:defRPr sz="1400">
                <a:solidFill>
                  <a:schemeClr val="dk1"/>
                </a:solidFill>
              </a:defRPr>
            </a:lvl8pPr>
            <a:lvl9pPr lvl="8" algn="r">
              <a:lnSpc>
                <a:spcPct val="100000"/>
              </a:lnSpc>
              <a:spcBef>
                <a:spcPts val="0"/>
              </a:spcBef>
              <a:spcAft>
                <a:spcPts val="0"/>
              </a:spcAft>
              <a:buSzPts val="1400"/>
              <a:buNone/>
              <a:defRPr sz="1400">
                <a:solidFill>
                  <a:schemeClr val="dk1"/>
                </a:solidFill>
              </a:defRPr>
            </a:lvl9pPr>
          </a:lstStyle>
          <a:p>
            <a:endParaRPr/>
          </a:p>
        </p:txBody>
      </p:sp>
      <p:sp>
        <p:nvSpPr>
          <p:cNvPr id="145" name="Google Shape;145;p27"/>
          <p:cNvSpPr txBox="1">
            <a:spLocks noGrp="1"/>
          </p:cNvSpPr>
          <p:nvPr>
            <p:ph type="subTitle" idx="5"/>
          </p:nvPr>
        </p:nvSpPr>
        <p:spPr>
          <a:xfrm>
            <a:off x="3156090" y="1570850"/>
            <a:ext cx="2479500" cy="423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b="1">
                <a:solidFill>
                  <a:schemeClr val="accent1"/>
                </a:solidFill>
              </a:defRPr>
            </a:lvl1pPr>
            <a:lvl2pPr lvl="1" algn="r">
              <a:lnSpc>
                <a:spcPct val="100000"/>
              </a:lnSpc>
              <a:spcBef>
                <a:spcPts val="1600"/>
              </a:spcBef>
              <a:spcAft>
                <a:spcPts val="0"/>
              </a:spcAft>
              <a:buSzPts val="1400"/>
              <a:buNone/>
              <a:defRPr b="1">
                <a:solidFill>
                  <a:schemeClr val="accent1"/>
                </a:solidFill>
              </a:defRPr>
            </a:lvl2pPr>
            <a:lvl3pPr lvl="2" algn="r">
              <a:lnSpc>
                <a:spcPct val="100000"/>
              </a:lnSpc>
              <a:spcBef>
                <a:spcPts val="1600"/>
              </a:spcBef>
              <a:spcAft>
                <a:spcPts val="0"/>
              </a:spcAft>
              <a:buSzPts val="1400"/>
              <a:buNone/>
              <a:defRPr b="1">
                <a:solidFill>
                  <a:schemeClr val="accent1"/>
                </a:solidFill>
              </a:defRPr>
            </a:lvl3pPr>
            <a:lvl4pPr lvl="3" algn="r">
              <a:lnSpc>
                <a:spcPct val="100000"/>
              </a:lnSpc>
              <a:spcBef>
                <a:spcPts val="1600"/>
              </a:spcBef>
              <a:spcAft>
                <a:spcPts val="0"/>
              </a:spcAft>
              <a:buSzPts val="1400"/>
              <a:buNone/>
              <a:defRPr b="1">
                <a:solidFill>
                  <a:schemeClr val="accent1"/>
                </a:solidFill>
              </a:defRPr>
            </a:lvl4pPr>
            <a:lvl5pPr lvl="4" algn="r">
              <a:lnSpc>
                <a:spcPct val="100000"/>
              </a:lnSpc>
              <a:spcBef>
                <a:spcPts val="1600"/>
              </a:spcBef>
              <a:spcAft>
                <a:spcPts val="0"/>
              </a:spcAft>
              <a:buSzPts val="1400"/>
              <a:buNone/>
              <a:defRPr b="1">
                <a:solidFill>
                  <a:schemeClr val="accent1"/>
                </a:solidFill>
              </a:defRPr>
            </a:lvl5pPr>
            <a:lvl6pPr lvl="5" algn="r">
              <a:lnSpc>
                <a:spcPct val="100000"/>
              </a:lnSpc>
              <a:spcBef>
                <a:spcPts val="1600"/>
              </a:spcBef>
              <a:spcAft>
                <a:spcPts val="0"/>
              </a:spcAft>
              <a:buSzPts val="1400"/>
              <a:buNone/>
              <a:defRPr b="1">
                <a:solidFill>
                  <a:schemeClr val="accent1"/>
                </a:solidFill>
              </a:defRPr>
            </a:lvl6pPr>
            <a:lvl7pPr lvl="6" algn="r">
              <a:lnSpc>
                <a:spcPct val="100000"/>
              </a:lnSpc>
              <a:spcBef>
                <a:spcPts val="1600"/>
              </a:spcBef>
              <a:spcAft>
                <a:spcPts val="0"/>
              </a:spcAft>
              <a:buSzPts val="1400"/>
              <a:buNone/>
              <a:defRPr b="1">
                <a:solidFill>
                  <a:schemeClr val="accent1"/>
                </a:solidFill>
              </a:defRPr>
            </a:lvl7pPr>
            <a:lvl8pPr lvl="7" algn="r">
              <a:lnSpc>
                <a:spcPct val="100000"/>
              </a:lnSpc>
              <a:spcBef>
                <a:spcPts val="1600"/>
              </a:spcBef>
              <a:spcAft>
                <a:spcPts val="0"/>
              </a:spcAft>
              <a:buSzPts val="1400"/>
              <a:buNone/>
              <a:defRPr b="1">
                <a:solidFill>
                  <a:schemeClr val="accent1"/>
                </a:solidFill>
              </a:defRPr>
            </a:lvl8pPr>
            <a:lvl9pPr lvl="8" algn="r">
              <a:lnSpc>
                <a:spcPct val="100000"/>
              </a:lnSpc>
              <a:spcBef>
                <a:spcPts val="1600"/>
              </a:spcBef>
              <a:spcAft>
                <a:spcPts val="1600"/>
              </a:spcAft>
              <a:buSzPts val="1400"/>
              <a:buNone/>
              <a:defRPr b="1">
                <a:solidFill>
                  <a:schemeClr val="accent1"/>
                </a:solidFill>
              </a:defRPr>
            </a:lvl9pPr>
          </a:lstStyle>
          <a:p>
            <a:endParaRPr/>
          </a:p>
        </p:txBody>
      </p:sp>
      <p:sp>
        <p:nvSpPr>
          <p:cNvPr id="146" name="Google Shape;146;p27"/>
          <p:cNvSpPr txBox="1">
            <a:spLocks noGrp="1"/>
          </p:cNvSpPr>
          <p:nvPr>
            <p:ph type="subTitle" idx="6"/>
          </p:nvPr>
        </p:nvSpPr>
        <p:spPr>
          <a:xfrm>
            <a:off x="3156036" y="1941975"/>
            <a:ext cx="2479500" cy="8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r">
              <a:lnSpc>
                <a:spcPct val="100000"/>
              </a:lnSpc>
              <a:spcBef>
                <a:spcPts val="0"/>
              </a:spcBef>
              <a:spcAft>
                <a:spcPts val="0"/>
              </a:spcAft>
              <a:buSzPts val="1400"/>
              <a:buNone/>
              <a:defRPr sz="1400">
                <a:solidFill>
                  <a:schemeClr val="dk1"/>
                </a:solidFill>
              </a:defRPr>
            </a:lvl2pPr>
            <a:lvl3pPr lvl="2" algn="r">
              <a:lnSpc>
                <a:spcPct val="100000"/>
              </a:lnSpc>
              <a:spcBef>
                <a:spcPts val="0"/>
              </a:spcBef>
              <a:spcAft>
                <a:spcPts val="0"/>
              </a:spcAft>
              <a:buSzPts val="1400"/>
              <a:buNone/>
              <a:defRPr sz="1400">
                <a:solidFill>
                  <a:schemeClr val="dk1"/>
                </a:solidFill>
              </a:defRPr>
            </a:lvl3pPr>
            <a:lvl4pPr lvl="3" algn="r">
              <a:lnSpc>
                <a:spcPct val="100000"/>
              </a:lnSpc>
              <a:spcBef>
                <a:spcPts val="0"/>
              </a:spcBef>
              <a:spcAft>
                <a:spcPts val="0"/>
              </a:spcAft>
              <a:buSzPts val="1400"/>
              <a:buNone/>
              <a:defRPr sz="1400">
                <a:solidFill>
                  <a:schemeClr val="dk1"/>
                </a:solidFill>
              </a:defRPr>
            </a:lvl4pPr>
            <a:lvl5pPr lvl="4" algn="r">
              <a:lnSpc>
                <a:spcPct val="100000"/>
              </a:lnSpc>
              <a:spcBef>
                <a:spcPts val="0"/>
              </a:spcBef>
              <a:spcAft>
                <a:spcPts val="0"/>
              </a:spcAft>
              <a:buSzPts val="1400"/>
              <a:buNone/>
              <a:defRPr sz="1400">
                <a:solidFill>
                  <a:schemeClr val="dk1"/>
                </a:solidFill>
              </a:defRPr>
            </a:lvl5pPr>
            <a:lvl6pPr lvl="5" algn="r">
              <a:lnSpc>
                <a:spcPct val="100000"/>
              </a:lnSpc>
              <a:spcBef>
                <a:spcPts val="0"/>
              </a:spcBef>
              <a:spcAft>
                <a:spcPts val="0"/>
              </a:spcAft>
              <a:buSzPts val="1400"/>
              <a:buNone/>
              <a:defRPr sz="1400">
                <a:solidFill>
                  <a:schemeClr val="dk1"/>
                </a:solidFill>
              </a:defRPr>
            </a:lvl6pPr>
            <a:lvl7pPr lvl="6" algn="r">
              <a:lnSpc>
                <a:spcPct val="100000"/>
              </a:lnSpc>
              <a:spcBef>
                <a:spcPts val="0"/>
              </a:spcBef>
              <a:spcAft>
                <a:spcPts val="0"/>
              </a:spcAft>
              <a:buSzPts val="1400"/>
              <a:buNone/>
              <a:defRPr sz="1400">
                <a:solidFill>
                  <a:schemeClr val="dk1"/>
                </a:solidFill>
              </a:defRPr>
            </a:lvl7pPr>
            <a:lvl8pPr lvl="7" algn="r">
              <a:lnSpc>
                <a:spcPct val="100000"/>
              </a:lnSpc>
              <a:spcBef>
                <a:spcPts val="0"/>
              </a:spcBef>
              <a:spcAft>
                <a:spcPts val="0"/>
              </a:spcAft>
              <a:buSzPts val="1400"/>
              <a:buNone/>
              <a:defRPr sz="1400">
                <a:solidFill>
                  <a:schemeClr val="dk1"/>
                </a:solidFill>
              </a:defRPr>
            </a:lvl8pPr>
            <a:lvl9pPr lvl="8" algn="r">
              <a:lnSpc>
                <a:spcPct val="100000"/>
              </a:lnSpc>
              <a:spcBef>
                <a:spcPts val="0"/>
              </a:spcBef>
              <a:spcAft>
                <a:spcPts val="0"/>
              </a:spcAft>
              <a:buSzPts val="1400"/>
              <a:buNone/>
              <a:defRPr sz="1400">
                <a:solidFill>
                  <a:schemeClr val="dk1"/>
                </a:solidFill>
              </a:defRPr>
            </a:lvl9pPr>
          </a:lstStyle>
          <a:p>
            <a:endParaRPr/>
          </a:p>
        </p:txBody>
      </p:sp>
      <p:sp>
        <p:nvSpPr>
          <p:cNvPr id="147" name="Google Shape;147;p27"/>
          <p:cNvSpPr txBox="1">
            <a:spLocks noGrp="1"/>
          </p:cNvSpPr>
          <p:nvPr>
            <p:ph type="subTitle" idx="7"/>
          </p:nvPr>
        </p:nvSpPr>
        <p:spPr>
          <a:xfrm>
            <a:off x="3156026" y="3064926"/>
            <a:ext cx="2479500" cy="340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b="1">
                <a:solidFill>
                  <a:schemeClr val="accent1"/>
                </a:solidFill>
              </a:defRPr>
            </a:lvl1pPr>
            <a:lvl2pPr lvl="1" algn="r">
              <a:lnSpc>
                <a:spcPct val="100000"/>
              </a:lnSpc>
              <a:spcBef>
                <a:spcPts val="1600"/>
              </a:spcBef>
              <a:spcAft>
                <a:spcPts val="0"/>
              </a:spcAft>
              <a:buSzPts val="1400"/>
              <a:buNone/>
              <a:defRPr b="1">
                <a:solidFill>
                  <a:schemeClr val="accent1"/>
                </a:solidFill>
              </a:defRPr>
            </a:lvl2pPr>
            <a:lvl3pPr lvl="2" algn="r">
              <a:lnSpc>
                <a:spcPct val="100000"/>
              </a:lnSpc>
              <a:spcBef>
                <a:spcPts val="1600"/>
              </a:spcBef>
              <a:spcAft>
                <a:spcPts val="0"/>
              </a:spcAft>
              <a:buSzPts val="1400"/>
              <a:buNone/>
              <a:defRPr b="1">
                <a:solidFill>
                  <a:schemeClr val="accent1"/>
                </a:solidFill>
              </a:defRPr>
            </a:lvl3pPr>
            <a:lvl4pPr lvl="3" algn="r">
              <a:lnSpc>
                <a:spcPct val="100000"/>
              </a:lnSpc>
              <a:spcBef>
                <a:spcPts val="1600"/>
              </a:spcBef>
              <a:spcAft>
                <a:spcPts val="0"/>
              </a:spcAft>
              <a:buSzPts val="1400"/>
              <a:buNone/>
              <a:defRPr b="1">
                <a:solidFill>
                  <a:schemeClr val="accent1"/>
                </a:solidFill>
              </a:defRPr>
            </a:lvl4pPr>
            <a:lvl5pPr lvl="4" algn="r">
              <a:lnSpc>
                <a:spcPct val="100000"/>
              </a:lnSpc>
              <a:spcBef>
                <a:spcPts val="1600"/>
              </a:spcBef>
              <a:spcAft>
                <a:spcPts val="0"/>
              </a:spcAft>
              <a:buSzPts val="1400"/>
              <a:buNone/>
              <a:defRPr b="1">
                <a:solidFill>
                  <a:schemeClr val="accent1"/>
                </a:solidFill>
              </a:defRPr>
            </a:lvl5pPr>
            <a:lvl6pPr lvl="5" algn="r">
              <a:lnSpc>
                <a:spcPct val="100000"/>
              </a:lnSpc>
              <a:spcBef>
                <a:spcPts val="1600"/>
              </a:spcBef>
              <a:spcAft>
                <a:spcPts val="0"/>
              </a:spcAft>
              <a:buSzPts val="1400"/>
              <a:buNone/>
              <a:defRPr b="1">
                <a:solidFill>
                  <a:schemeClr val="accent1"/>
                </a:solidFill>
              </a:defRPr>
            </a:lvl6pPr>
            <a:lvl7pPr lvl="6" algn="r">
              <a:lnSpc>
                <a:spcPct val="100000"/>
              </a:lnSpc>
              <a:spcBef>
                <a:spcPts val="1600"/>
              </a:spcBef>
              <a:spcAft>
                <a:spcPts val="0"/>
              </a:spcAft>
              <a:buSzPts val="1400"/>
              <a:buNone/>
              <a:defRPr b="1">
                <a:solidFill>
                  <a:schemeClr val="accent1"/>
                </a:solidFill>
              </a:defRPr>
            </a:lvl7pPr>
            <a:lvl8pPr lvl="7" algn="r">
              <a:lnSpc>
                <a:spcPct val="100000"/>
              </a:lnSpc>
              <a:spcBef>
                <a:spcPts val="1600"/>
              </a:spcBef>
              <a:spcAft>
                <a:spcPts val="0"/>
              </a:spcAft>
              <a:buSzPts val="1400"/>
              <a:buNone/>
              <a:defRPr b="1">
                <a:solidFill>
                  <a:schemeClr val="accent1"/>
                </a:solidFill>
              </a:defRPr>
            </a:lvl8pPr>
            <a:lvl9pPr lvl="8" algn="r">
              <a:lnSpc>
                <a:spcPct val="100000"/>
              </a:lnSpc>
              <a:spcBef>
                <a:spcPts val="1600"/>
              </a:spcBef>
              <a:spcAft>
                <a:spcPts val="1600"/>
              </a:spcAft>
              <a:buSzPts val="1400"/>
              <a:buNone/>
              <a:defRPr b="1">
                <a:solidFill>
                  <a:schemeClr val="accent1"/>
                </a:solidFill>
              </a:defRPr>
            </a:lvl9pPr>
          </a:lstStyle>
          <a:p>
            <a:endParaRPr/>
          </a:p>
        </p:txBody>
      </p:sp>
      <p:sp>
        <p:nvSpPr>
          <p:cNvPr id="148" name="Google Shape;148;p27"/>
          <p:cNvSpPr txBox="1">
            <a:spLocks noGrp="1"/>
          </p:cNvSpPr>
          <p:nvPr>
            <p:ph type="subTitle" idx="8"/>
          </p:nvPr>
        </p:nvSpPr>
        <p:spPr>
          <a:xfrm>
            <a:off x="3155976" y="3436049"/>
            <a:ext cx="2479500" cy="8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r">
              <a:lnSpc>
                <a:spcPct val="100000"/>
              </a:lnSpc>
              <a:spcBef>
                <a:spcPts val="1600"/>
              </a:spcBef>
              <a:spcAft>
                <a:spcPts val="0"/>
              </a:spcAft>
              <a:buSzPts val="1400"/>
              <a:buNone/>
              <a:defRPr sz="1400">
                <a:solidFill>
                  <a:schemeClr val="dk1"/>
                </a:solidFill>
              </a:defRPr>
            </a:lvl2pPr>
            <a:lvl3pPr lvl="2" algn="r">
              <a:lnSpc>
                <a:spcPct val="100000"/>
              </a:lnSpc>
              <a:spcBef>
                <a:spcPts val="1600"/>
              </a:spcBef>
              <a:spcAft>
                <a:spcPts val="0"/>
              </a:spcAft>
              <a:buSzPts val="1400"/>
              <a:buNone/>
              <a:defRPr sz="1400">
                <a:solidFill>
                  <a:schemeClr val="dk1"/>
                </a:solidFill>
              </a:defRPr>
            </a:lvl3pPr>
            <a:lvl4pPr lvl="3" algn="r">
              <a:lnSpc>
                <a:spcPct val="100000"/>
              </a:lnSpc>
              <a:spcBef>
                <a:spcPts val="1600"/>
              </a:spcBef>
              <a:spcAft>
                <a:spcPts val="0"/>
              </a:spcAft>
              <a:buSzPts val="1400"/>
              <a:buNone/>
              <a:defRPr sz="1400">
                <a:solidFill>
                  <a:schemeClr val="dk1"/>
                </a:solidFill>
              </a:defRPr>
            </a:lvl4pPr>
            <a:lvl5pPr lvl="4" algn="r">
              <a:lnSpc>
                <a:spcPct val="100000"/>
              </a:lnSpc>
              <a:spcBef>
                <a:spcPts val="1600"/>
              </a:spcBef>
              <a:spcAft>
                <a:spcPts val="0"/>
              </a:spcAft>
              <a:buSzPts val="1400"/>
              <a:buNone/>
              <a:defRPr sz="1400">
                <a:solidFill>
                  <a:schemeClr val="dk1"/>
                </a:solidFill>
              </a:defRPr>
            </a:lvl5pPr>
            <a:lvl6pPr lvl="5" algn="r">
              <a:lnSpc>
                <a:spcPct val="100000"/>
              </a:lnSpc>
              <a:spcBef>
                <a:spcPts val="1600"/>
              </a:spcBef>
              <a:spcAft>
                <a:spcPts val="0"/>
              </a:spcAft>
              <a:buSzPts val="1400"/>
              <a:buNone/>
              <a:defRPr sz="1400">
                <a:solidFill>
                  <a:schemeClr val="dk1"/>
                </a:solidFill>
              </a:defRPr>
            </a:lvl6pPr>
            <a:lvl7pPr lvl="6" algn="r">
              <a:lnSpc>
                <a:spcPct val="100000"/>
              </a:lnSpc>
              <a:spcBef>
                <a:spcPts val="1600"/>
              </a:spcBef>
              <a:spcAft>
                <a:spcPts val="0"/>
              </a:spcAft>
              <a:buSzPts val="1400"/>
              <a:buNone/>
              <a:defRPr sz="1400">
                <a:solidFill>
                  <a:schemeClr val="dk1"/>
                </a:solidFill>
              </a:defRPr>
            </a:lvl7pPr>
            <a:lvl8pPr lvl="7" algn="r">
              <a:lnSpc>
                <a:spcPct val="100000"/>
              </a:lnSpc>
              <a:spcBef>
                <a:spcPts val="1600"/>
              </a:spcBef>
              <a:spcAft>
                <a:spcPts val="0"/>
              </a:spcAft>
              <a:buSzPts val="1400"/>
              <a:buNone/>
              <a:defRPr sz="1400">
                <a:solidFill>
                  <a:schemeClr val="dk1"/>
                </a:solidFill>
              </a:defRPr>
            </a:lvl8pPr>
            <a:lvl9pPr lvl="8" algn="r">
              <a:lnSpc>
                <a:spcPct val="100000"/>
              </a:lnSpc>
              <a:spcBef>
                <a:spcPts val="1600"/>
              </a:spcBef>
              <a:spcAft>
                <a:spcPts val="1600"/>
              </a:spcAft>
              <a:buSzPts val="1400"/>
              <a:buNone/>
              <a:defRPr sz="1400">
                <a:solidFill>
                  <a:schemeClr val="dk1"/>
                </a:solidFill>
              </a:defRPr>
            </a:lvl9pPr>
          </a:lstStyle>
          <a:p>
            <a:endParaRPr/>
          </a:p>
        </p:txBody>
      </p:sp>
      <p:sp>
        <p:nvSpPr>
          <p:cNvPr id="149" name="Google Shape;149;p27"/>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50" name="Google Shape;150;p27"/>
          <p:cNvSpPr/>
          <p:nvPr/>
        </p:nvSpPr>
        <p:spPr>
          <a:xfrm rot="10800000">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7"/>
          <p:cNvSpPr/>
          <p:nvPr/>
        </p:nvSpPr>
        <p:spPr>
          <a:xfrm rot="10800000">
            <a:off x="1216200" y="1061825"/>
            <a:ext cx="1216200" cy="1509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713225" y="1170000"/>
            <a:ext cx="5533200" cy="280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74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4" name="Google Shape;15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55" name="Google Shape;155;p28"/>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28"/>
          <p:cNvSpPr/>
          <p:nvPr/>
        </p:nvSpPr>
        <p:spPr>
          <a:xfrm>
            <a:off x="7951325" y="2571750"/>
            <a:ext cx="1216200" cy="134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12">
    <p:spTree>
      <p:nvGrpSpPr>
        <p:cNvPr id="1" name="Shape 157"/>
        <p:cNvGrpSpPr/>
        <p:nvPr/>
      </p:nvGrpSpPr>
      <p:grpSpPr>
        <a:xfrm>
          <a:off x="0" y="0"/>
          <a:ext cx="0" cy="0"/>
          <a:chOff x="0" y="0"/>
          <a:chExt cx="0" cy="0"/>
        </a:xfrm>
      </p:grpSpPr>
      <p:sp>
        <p:nvSpPr>
          <p:cNvPr id="158" name="Google Shape;158;p29"/>
          <p:cNvSpPr txBox="1">
            <a:spLocks noGrp="1"/>
          </p:cNvSpPr>
          <p:nvPr>
            <p:ph type="subTitle" idx="1"/>
          </p:nvPr>
        </p:nvSpPr>
        <p:spPr>
          <a:xfrm>
            <a:off x="711900" y="14760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59" name="Google Shape;159;p29"/>
          <p:cNvSpPr txBox="1">
            <a:spLocks noGrp="1"/>
          </p:cNvSpPr>
          <p:nvPr>
            <p:ph type="subTitle" idx="2"/>
          </p:nvPr>
        </p:nvSpPr>
        <p:spPr>
          <a:xfrm>
            <a:off x="711900" y="18514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60" name="Google Shape;160;p29"/>
          <p:cNvSpPr txBox="1">
            <a:spLocks noGrp="1"/>
          </p:cNvSpPr>
          <p:nvPr>
            <p:ph type="subTitle" idx="3"/>
          </p:nvPr>
        </p:nvSpPr>
        <p:spPr>
          <a:xfrm>
            <a:off x="2983950" y="14760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61" name="Google Shape;161;p29"/>
          <p:cNvSpPr txBox="1">
            <a:spLocks noGrp="1"/>
          </p:cNvSpPr>
          <p:nvPr>
            <p:ph type="subTitle" idx="4"/>
          </p:nvPr>
        </p:nvSpPr>
        <p:spPr>
          <a:xfrm>
            <a:off x="2983950" y="18514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sz="1400">
                <a:solidFill>
                  <a:schemeClr val="dk1"/>
                </a:solidFill>
              </a:defRPr>
            </a:lvl2pPr>
            <a:lvl3pPr lvl="2" algn="l">
              <a:lnSpc>
                <a:spcPct val="100000"/>
              </a:lnSpc>
              <a:spcBef>
                <a:spcPts val="0"/>
              </a:spcBef>
              <a:spcAft>
                <a:spcPts val="0"/>
              </a:spcAft>
              <a:buSzPts val="1400"/>
              <a:buNone/>
              <a:defRPr sz="1400">
                <a:solidFill>
                  <a:schemeClr val="dk1"/>
                </a:solidFill>
              </a:defRPr>
            </a:lvl3pPr>
            <a:lvl4pPr lvl="3" algn="l">
              <a:lnSpc>
                <a:spcPct val="100000"/>
              </a:lnSpc>
              <a:spcBef>
                <a:spcPts val="0"/>
              </a:spcBef>
              <a:spcAft>
                <a:spcPts val="0"/>
              </a:spcAft>
              <a:buSzPts val="1400"/>
              <a:buNone/>
              <a:defRPr sz="1400">
                <a:solidFill>
                  <a:schemeClr val="dk1"/>
                </a:solidFill>
              </a:defRPr>
            </a:lvl4pPr>
            <a:lvl5pPr lvl="4" algn="l">
              <a:lnSpc>
                <a:spcPct val="100000"/>
              </a:lnSpc>
              <a:spcBef>
                <a:spcPts val="0"/>
              </a:spcBef>
              <a:spcAft>
                <a:spcPts val="0"/>
              </a:spcAft>
              <a:buSzPts val="1400"/>
              <a:buNone/>
              <a:defRPr sz="1400">
                <a:solidFill>
                  <a:schemeClr val="dk1"/>
                </a:solidFill>
              </a:defRPr>
            </a:lvl5pPr>
            <a:lvl6pPr lvl="5" algn="l">
              <a:lnSpc>
                <a:spcPct val="100000"/>
              </a:lnSpc>
              <a:spcBef>
                <a:spcPts val="0"/>
              </a:spcBef>
              <a:spcAft>
                <a:spcPts val="0"/>
              </a:spcAft>
              <a:buSzPts val="1400"/>
              <a:buNone/>
              <a:defRPr sz="1400">
                <a:solidFill>
                  <a:schemeClr val="dk1"/>
                </a:solidFill>
              </a:defRPr>
            </a:lvl6pPr>
            <a:lvl7pPr lvl="6" algn="l">
              <a:lnSpc>
                <a:spcPct val="100000"/>
              </a:lnSpc>
              <a:spcBef>
                <a:spcPts val="0"/>
              </a:spcBef>
              <a:spcAft>
                <a:spcPts val="0"/>
              </a:spcAft>
              <a:buSzPts val="1400"/>
              <a:buNone/>
              <a:defRPr sz="1400">
                <a:solidFill>
                  <a:schemeClr val="dk1"/>
                </a:solidFill>
              </a:defRPr>
            </a:lvl7pPr>
            <a:lvl8pPr lvl="7" algn="l">
              <a:lnSpc>
                <a:spcPct val="100000"/>
              </a:lnSpc>
              <a:spcBef>
                <a:spcPts val="0"/>
              </a:spcBef>
              <a:spcAft>
                <a:spcPts val="0"/>
              </a:spcAft>
              <a:buSzPts val="1400"/>
              <a:buNone/>
              <a:defRPr sz="1400">
                <a:solidFill>
                  <a:schemeClr val="dk1"/>
                </a:solidFill>
              </a:defRPr>
            </a:lvl8pPr>
            <a:lvl9pPr lvl="8" algn="l">
              <a:lnSpc>
                <a:spcPct val="100000"/>
              </a:lnSpc>
              <a:spcBef>
                <a:spcPts val="0"/>
              </a:spcBef>
              <a:spcAft>
                <a:spcPts val="0"/>
              </a:spcAft>
              <a:buSzPts val="1400"/>
              <a:buNone/>
              <a:defRPr sz="1400">
                <a:solidFill>
                  <a:schemeClr val="dk1"/>
                </a:solidFill>
              </a:defRPr>
            </a:lvl9pPr>
          </a:lstStyle>
          <a:p>
            <a:endParaRPr/>
          </a:p>
        </p:txBody>
      </p:sp>
      <p:sp>
        <p:nvSpPr>
          <p:cNvPr id="162" name="Google Shape;162;p29"/>
          <p:cNvSpPr txBox="1">
            <a:spLocks noGrp="1"/>
          </p:cNvSpPr>
          <p:nvPr>
            <p:ph type="subTitle" idx="5"/>
          </p:nvPr>
        </p:nvSpPr>
        <p:spPr>
          <a:xfrm>
            <a:off x="5256000" y="14760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63" name="Google Shape;163;p29"/>
          <p:cNvSpPr txBox="1">
            <a:spLocks noGrp="1"/>
          </p:cNvSpPr>
          <p:nvPr>
            <p:ph type="subTitle" idx="6"/>
          </p:nvPr>
        </p:nvSpPr>
        <p:spPr>
          <a:xfrm>
            <a:off x="5256000" y="18514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1600"/>
              </a:spcBef>
              <a:spcAft>
                <a:spcPts val="0"/>
              </a:spcAft>
              <a:buSzPts val="1400"/>
              <a:buNone/>
              <a:defRPr sz="1400">
                <a:solidFill>
                  <a:schemeClr val="dk1"/>
                </a:solidFill>
              </a:defRPr>
            </a:lvl2pPr>
            <a:lvl3pPr lvl="2" algn="l">
              <a:lnSpc>
                <a:spcPct val="100000"/>
              </a:lnSpc>
              <a:spcBef>
                <a:spcPts val="1600"/>
              </a:spcBef>
              <a:spcAft>
                <a:spcPts val="0"/>
              </a:spcAft>
              <a:buSzPts val="1400"/>
              <a:buNone/>
              <a:defRPr sz="1400">
                <a:solidFill>
                  <a:schemeClr val="dk1"/>
                </a:solidFill>
              </a:defRPr>
            </a:lvl3pPr>
            <a:lvl4pPr lvl="3" algn="l">
              <a:lnSpc>
                <a:spcPct val="100000"/>
              </a:lnSpc>
              <a:spcBef>
                <a:spcPts val="1600"/>
              </a:spcBef>
              <a:spcAft>
                <a:spcPts val="0"/>
              </a:spcAft>
              <a:buSzPts val="1400"/>
              <a:buNone/>
              <a:defRPr sz="1400">
                <a:solidFill>
                  <a:schemeClr val="dk1"/>
                </a:solidFill>
              </a:defRPr>
            </a:lvl4pPr>
            <a:lvl5pPr lvl="4" algn="l">
              <a:lnSpc>
                <a:spcPct val="100000"/>
              </a:lnSpc>
              <a:spcBef>
                <a:spcPts val="1600"/>
              </a:spcBef>
              <a:spcAft>
                <a:spcPts val="0"/>
              </a:spcAft>
              <a:buSzPts val="1400"/>
              <a:buNone/>
              <a:defRPr sz="1400">
                <a:solidFill>
                  <a:schemeClr val="dk1"/>
                </a:solidFill>
              </a:defRPr>
            </a:lvl5pPr>
            <a:lvl6pPr lvl="5" algn="l">
              <a:lnSpc>
                <a:spcPct val="100000"/>
              </a:lnSpc>
              <a:spcBef>
                <a:spcPts val="1600"/>
              </a:spcBef>
              <a:spcAft>
                <a:spcPts val="0"/>
              </a:spcAft>
              <a:buSzPts val="1400"/>
              <a:buNone/>
              <a:defRPr sz="1400">
                <a:solidFill>
                  <a:schemeClr val="dk1"/>
                </a:solidFill>
              </a:defRPr>
            </a:lvl6pPr>
            <a:lvl7pPr lvl="6" algn="l">
              <a:lnSpc>
                <a:spcPct val="100000"/>
              </a:lnSpc>
              <a:spcBef>
                <a:spcPts val="1600"/>
              </a:spcBef>
              <a:spcAft>
                <a:spcPts val="0"/>
              </a:spcAft>
              <a:buSzPts val="1400"/>
              <a:buNone/>
              <a:defRPr sz="1400">
                <a:solidFill>
                  <a:schemeClr val="dk1"/>
                </a:solidFill>
              </a:defRPr>
            </a:lvl7pPr>
            <a:lvl8pPr lvl="7" algn="l">
              <a:lnSpc>
                <a:spcPct val="100000"/>
              </a:lnSpc>
              <a:spcBef>
                <a:spcPts val="1600"/>
              </a:spcBef>
              <a:spcAft>
                <a:spcPts val="0"/>
              </a:spcAft>
              <a:buSzPts val="1400"/>
              <a:buNone/>
              <a:defRPr sz="1400">
                <a:solidFill>
                  <a:schemeClr val="dk1"/>
                </a:solidFill>
              </a:defRPr>
            </a:lvl8pPr>
            <a:lvl9pPr lvl="8" algn="l">
              <a:lnSpc>
                <a:spcPct val="100000"/>
              </a:lnSpc>
              <a:spcBef>
                <a:spcPts val="1600"/>
              </a:spcBef>
              <a:spcAft>
                <a:spcPts val="1600"/>
              </a:spcAft>
              <a:buSzPts val="1400"/>
              <a:buNone/>
              <a:defRPr sz="1400">
                <a:solidFill>
                  <a:schemeClr val="dk1"/>
                </a:solidFill>
              </a:defRPr>
            </a:lvl9pPr>
          </a:lstStyle>
          <a:p>
            <a:endParaRPr/>
          </a:p>
        </p:txBody>
      </p:sp>
      <p:sp>
        <p:nvSpPr>
          <p:cNvPr id="164" name="Google Shape;164;p29"/>
          <p:cNvSpPr txBox="1">
            <a:spLocks noGrp="1"/>
          </p:cNvSpPr>
          <p:nvPr>
            <p:ph type="subTitle" idx="7"/>
          </p:nvPr>
        </p:nvSpPr>
        <p:spPr>
          <a:xfrm>
            <a:off x="711900" y="29522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65" name="Google Shape;165;p29"/>
          <p:cNvSpPr txBox="1">
            <a:spLocks noGrp="1"/>
          </p:cNvSpPr>
          <p:nvPr>
            <p:ph type="subTitle" idx="8"/>
          </p:nvPr>
        </p:nvSpPr>
        <p:spPr>
          <a:xfrm>
            <a:off x="711900" y="33276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sz="1400">
                <a:solidFill>
                  <a:schemeClr val="dk1"/>
                </a:solidFill>
              </a:defRPr>
            </a:lvl2pPr>
            <a:lvl3pPr lvl="2" algn="l">
              <a:lnSpc>
                <a:spcPct val="100000"/>
              </a:lnSpc>
              <a:spcBef>
                <a:spcPts val="0"/>
              </a:spcBef>
              <a:spcAft>
                <a:spcPts val="0"/>
              </a:spcAft>
              <a:buSzPts val="1400"/>
              <a:buNone/>
              <a:defRPr sz="1400">
                <a:solidFill>
                  <a:schemeClr val="dk1"/>
                </a:solidFill>
              </a:defRPr>
            </a:lvl3pPr>
            <a:lvl4pPr lvl="3" algn="l">
              <a:lnSpc>
                <a:spcPct val="100000"/>
              </a:lnSpc>
              <a:spcBef>
                <a:spcPts val="0"/>
              </a:spcBef>
              <a:spcAft>
                <a:spcPts val="0"/>
              </a:spcAft>
              <a:buSzPts val="1400"/>
              <a:buNone/>
              <a:defRPr sz="1400">
                <a:solidFill>
                  <a:schemeClr val="dk1"/>
                </a:solidFill>
              </a:defRPr>
            </a:lvl4pPr>
            <a:lvl5pPr lvl="4" algn="l">
              <a:lnSpc>
                <a:spcPct val="100000"/>
              </a:lnSpc>
              <a:spcBef>
                <a:spcPts val="0"/>
              </a:spcBef>
              <a:spcAft>
                <a:spcPts val="0"/>
              </a:spcAft>
              <a:buSzPts val="1400"/>
              <a:buNone/>
              <a:defRPr sz="1400">
                <a:solidFill>
                  <a:schemeClr val="dk1"/>
                </a:solidFill>
              </a:defRPr>
            </a:lvl5pPr>
            <a:lvl6pPr lvl="5" algn="l">
              <a:lnSpc>
                <a:spcPct val="100000"/>
              </a:lnSpc>
              <a:spcBef>
                <a:spcPts val="0"/>
              </a:spcBef>
              <a:spcAft>
                <a:spcPts val="0"/>
              </a:spcAft>
              <a:buSzPts val="1400"/>
              <a:buNone/>
              <a:defRPr sz="1400">
                <a:solidFill>
                  <a:schemeClr val="dk1"/>
                </a:solidFill>
              </a:defRPr>
            </a:lvl6pPr>
            <a:lvl7pPr lvl="6" algn="l">
              <a:lnSpc>
                <a:spcPct val="100000"/>
              </a:lnSpc>
              <a:spcBef>
                <a:spcPts val="0"/>
              </a:spcBef>
              <a:spcAft>
                <a:spcPts val="0"/>
              </a:spcAft>
              <a:buSzPts val="1400"/>
              <a:buNone/>
              <a:defRPr sz="1400">
                <a:solidFill>
                  <a:schemeClr val="dk1"/>
                </a:solidFill>
              </a:defRPr>
            </a:lvl7pPr>
            <a:lvl8pPr lvl="7" algn="l">
              <a:lnSpc>
                <a:spcPct val="100000"/>
              </a:lnSpc>
              <a:spcBef>
                <a:spcPts val="0"/>
              </a:spcBef>
              <a:spcAft>
                <a:spcPts val="0"/>
              </a:spcAft>
              <a:buSzPts val="1400"/>
              <a:buNone/>
              <a:defRPr sz="1400">
                <a:solidFill>
                  <a:schemeClr val="dk1"/>
                </a:solidFill>
              </a:defRPr>
            </a:lvl8pPr>
            <a:lvl9pPr lvl="8" algn="l">
              <a:lnSpc>
                <a:spcPct val="100000"/>
              </a:lnSpc>
              <a:spcBef>
                <a:spcPts val="0"/>
              </a:spcBef>
              <a:spcAft>
                <a:spcPts val="0"/>
              </a:spcAft>
              <a:buSzPts val="1400"/>
              <a:buNone/>
              <a:defRPr sz="1400">
                <a:solidFill>
                  <a:schemeClr val="dk1"/>
                </a:solidFill>
              </a:defRPr>
            </a:lvl9pPr>
          </a:lstStyle>
          <a:p>
            <a:endParaRPr/>
          </a:p>
        </p:txBody>
      </p:sp>
      <p:sp>
        <p:nvSpPr>
          <p:cNvPr id="166" name="Google Shape;166;p29"/>
          <p:cNvSpPr txBox="1">
            <a:spLocks noGrp="1"/>
          </p:cNvSpPr>
          <p:nvPr>
            <p:ph type="subTitle" idx="9"/>
          </p:nvPr>
        </p:nvSpPr>
        <p:spPr>
          <a:xfrm>
            <a:off x="2983950" y="29522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67" name="Google Shape;167;p29"/>
          <p:cNvSpPr txBox="1">
            <a:spLocks noGrp="1"/>
          </p:cNvSpPr>
          <p:nvPr>
            <p:ph type="subTitle" idx="13"/>
          </p:nvPr>
        </p:nvSpPr>
        <p:spPr>
          <a:xfrm>
            <a:off x="2983950" y="33276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sz="1400">
                <a:solidFill>
                  <a:schemeClr val="dk1"/>
                </a:solidFill>
              </a:defRPr>
            </a:lvl2pPr>
            <a:lvl3pPr lvl="2" algn="l">
              <a:lnSpc>
                <a:spcPct val="100000"/>
              </a:lnSpc>
              <a:spcBef>
                <a:spcPts val="0"/>
              </a:spcBef>
              <a:spcAft>
                <a:spcPts val="0"/>
              </a:spcAft>
              <a:buSzPts val="1400"/>
              <a:buNone/>
              <a:defRPr sz="1400">
                <a:solidFill>
                  <a:schemeClr val="dk1"/>
                </a:solidFill>
              </a:defRPr>
            </a:lvl3pPr>
            <a:lvl4pPr lvl="3" algn="l">
              <a:lnSpc>
                <a:spcPct val="100000"/>
              </a:lnSpc>
              <a:spcBef>
                <a:spcPts val="0"/>
              </a:spcBef>
              <a:spcAft>
                <a:spcPts val="0"/>
              </a:spcAft>
              <a:buSzPts val="1400"/>
              <a:buNone/>
              <a:defRPr sz="1400">
                <a:solidFill>
                  <a:schemeClr val="dk1"/>
                </a:solidFill>
              </a:defRPr>
            </a:lvl4pPr>
            <a:lvl5pPr lvl="4" algn="l">
              <a:lnSpc>
                <a:spcPct val="100000"/>
              </a:lnSpc>
              <a:spcBef>
                <a:spcPts val="0"/>
              </a:spcBef>
              <a:spcAft>
                <a:spcPts val="0"/>
              </a:spcAft>
              <a:buSzPts val="1400"/>
              <a:buNone/>
              <a:defRPr sz="1400">
                <a:solidFill>
                  <a:schemeClr val="dk1"/>
                </a:solidFill>
              </a:defRPr>
            </a:lvl5pPr>
            <a:lvl6pPr lvl="5" algn="l">
              <a:lnSpc>
                <a:spcPct val="100000"/>
              </a:lnSpc>
              <a:spcBef>
                <a:spcPts val="0"/>
              </a:spcBef>
              <a:spcAft>
                <a:spcPts val="0"/>
              </a:spcAft>
              <a:buSzPts val="1400"/>
              <a:buNone/>
              <a:defRPr sz="1400">
                <a:solidFill>
                  <a:schemeClr val="dk1"/>
                </a:solidFill>
              </a:defRPr>
            </a:lvl6pPr>
            <a:lvl7pPr lvl="6" algn="l">
              <a:lnSpc>
                <a:spcPct val="100000"/>
              </a:lnSpc>
              <a:spcBef>
                <a:spcPts val="0"/>
              </a:spcBef>
              <a:spcAft>
                <a:spcPts val="0"/>
              </a:spcAft>
              <a:buSzPts val="1400"/>
              <a:buNone/>
              <a:defRPr sz="1400">
                <a:solidFill>
                  <a:schemeClr val="dk1"/>
                </a:solidFill>
              </a:defRPr>
            </a:lvl7pPr>
            <a:lvl8pPr lvl="7" algn="l">
              <a:lnSpc>
                <a:spcPct val="100000"/>
              </a:lnSpc>
              <a:spcBef>
                <a:spcPts val="0"/>
              </a:spcBef>
              <a:spcAft>
                <a:spcPts val="0"/>
              </a:spcAft>
              <a:buSzPts val="1400"/>
              <a:buNone/>
              <a:defRPr sz="1400">
                <a:solidFill>
                  <a:schemeClr val="dk1"/>
                </a:solidFill>
              </a:defRPr>
            </a:lvl8pPr>
            <a:lvl9pPr lvl="8" algn="l">
              <a:lnSpc>
                <a:spcPct val="100000"/>
              </a:lnSpc>
              <a:spcBef>
                <a:spcPts val="0"/>
              </a:spcBef>
              <a:spcAft>
                <a:spcPts val="0"/>
              </a:spcAft>
              <a:buSzPts val="1400"/>
              <a:buNone/>
              <a:defRPr sz="1400">
                <a:solidFill>
                  <a:schemeClr val="dk1"/>
                </a:solidFill>
              </a:defRPr>
            </a:lvl9pPr>
          </a:lstStyle>
          <a:p>
            <a:endParaRPr/>
          </a:p>
        </p:txBody>
      </p:sp>
      <p:sp>
        <p:nvSpPr>
          <p:cNvPr id="168" name="Google Shape;168;p29"/>
          <p:cNvSpPr txBox="1">
            <a:spLocks noGrp="1"/>
          </p:cNvSpPr>
          <p:nvPr>
            <p:ph type="subTitle" idx="14"/>
          </p:nvPr>
        </p:nvSpPr>
        <p:spPr>
          <a:xfrm>
            <a:off x="5256000" y="2952200"/>
            <a:ext cx="2261700" cy="40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b="1">
                <a:solidFill>
                  <a:schemeClr val="accent1"/>
                </a:solidFill>
              </a:defRPr>
            </a:lvl1pPr>
            <a:lvl2pPr lvl="1" algn="l">
              <a:lnSpc>
                <a:spcPct val="100000"/>
              </a:lnSpc>
              <a:spcBef>
                <a:spcPts val="1600"/>
              </a:spcBef>
              <a:spcAft>
                <a:spcPts val="0"/>
              </a:spcAft>
              <a:buSzPts val="1400"/>
              <a:buNone/>
              <a:defRPr b="1">
                <a:solidFill>
                  <a:schemeClr val="accent1"/>
                </a:solidFill>
              </a:defRPr>
            </a:lvl2pPr>
            <a:lvl3pPr lvl="2" algn="l">
              <a:lnSpc>
                <a:spcPct val="100000"/>
              </a:lnSpc>
              <a:spcBef>
                <a:spcPts val="1600"/>
              </a:spcBef>
              <a:spcAft>
                <a:spcPts val="0"/>
              </a:spcAft>
              <a:buSzPts val="1400"/>
              <a:buNone/>
              <a:defRPr b="1">
                <a:solidFill>
                  <a:schemeClr val="accent1"/>
                </a:solidFill>
              </a:defRPr>
            </a:lvl3pPr>
            <a:lvl4pPr lvl="3" algn="l">
              <a:lnSpc>
                <a:spcPct val="100000"/>
              </a:lnSpc>
              <a:spcBef>
                <a:spcPts val="1600"/>
              </a:spcBef>
              <a:spcAft>
                <a:spcPts val="0"/>
              </a:spcAft>
              <a:buSzPts val="1400"/>
              <a:buNone/>
              <a:defRPr b="1">
                <a:solidFill>
                  <a:schemeClr val="accent1"/>
                </a:solidFill>
              </a:defRPr>
            </a:lvl4pPr>
            <a:lvl5pPr lvl="4" algn="l">
              <a:lnSpc>
                <a:spcPct val="100000"/>
              </a:lnSpc>
              <a:spcBef>
                <a:spcPts val="1600"/>
              </a:spcBef>
              <a:spcAft>
                <a:spcPts val="0"/>
              </a:spcAft>
              <a:buSzPts val="1400"/>
              <a:buNone/>
              <a:defRPr b="1">
                <a:solidFill>
                  <a:schemeClr val="accent1"/>
                </a:solidFill>
              </a:defRPr>
            </a:lvl5pPr>
            <a:lvl6pPr lvl="5" algn="l">
              <a:lnSpc>
                <a:spcPct val="100000"/>
              </a:lnSpc>
              <a:spcBef>
                <a:spcPts val="1600"/>
              </a:spcBef>
              <a:spcAft>
                <a:spcPts val="0"/>
              </a:spcAft>
              <a:buSzPts val="1400"/>
              <a:buNone/>
              <a:defRPr b="1">
                <a:solidFill>
                  <a:schemeClr val="accent1"/>
                </a:solidFill>
              </a:defRPr>
            </a:lvl6pPr>
            <a:lvl7pPr lvl="6" algn="l">
              <a:lnSpc>
                <a:spcPct val="100000"/>
              </a:lnSpc>
              <a:spcBef>
                <a:spcPts val="1600"/>
              </a:spcBef>
              <a:spcAft>
                <a:spcPts val="0"/>
              </a:spcAft>
              <a:buSzPts val="1400"/>
              <a:buNone/>
              <a:defRPr b="1">
                <a:solidFill>
                  <a:schemeClr val="accent1"/>
                </a:solidFill>
              </a:defRPr>
            </a:lvl7pPr>
            <a:lvl8pPr lvl="7" algn="l">
              <a:lnSpc>
                <a:spcPct val="100000"/>
              </a:lnSpc>
              <a:spcBef>
                <a:spcPts val="1600"/>
              </a:spcBef>
              <a:spcAft>
                <a:spcPts val="0"/>
              </a:spcAft>
              <a:buSzPts val="1400"/>
              <a:buNone/>
              <a:defRPr b="1">
                <a:solidFill>
                  <a:schemeClr val="accent1"/>
                </a:solidFill>
              </a:defRPr>
            </a:lvl8pPr>
            <a:lvl9pPr lvl="8" algn="l">
              <a:lnSpc>
                <a:spcPct val="100000"/>
              </a:lnSpc>
              <a:spcBef>
                <a:spcPts val="1600"/>
              </a:spcBef>
              <a:spcAft>
                <a:spcPts val="1600"/>
              </a:spcAft>
              <a:buSzPts val="1400"/>
              <a:buNone/>
              <a:defRPr b="1">
                <a:solidFill>
                  <a:schemeClr val="accent1"/>
                </a:solidFill>
              </a:defRPr>
            </a:lvl9pPr>
          </a:lstStyle>
          <a:p>
            <a:endParaRPr/>
          </a:p>
        </p:txBody>
      </p:sp>
      <p:sp>
        <p:nvSpPr>
          <p:cNvPr id="169" name="Google Shape;169;p29"/>
          <p:cNvSpPr txBox="1">
            <a:spLocks noGrp="1"/>
          </p:cNvSpPr>
          <p:nvPr>
            <p:ph type="subTitle" idx="15"/>
          </p:nvPr>
        </p:nvSpPr>
        <p:spPr>
          <a:xfrm>
            <a:off x="5256000" y="3327650"/>
            <a:ext cx="2261700" cy="723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1400">
                <a:solidFill>
                  <a:schemeClr val="dk1"/>
                </a:solidFill>
              </a:defRPr>
            </a:lvl1pPr>
            <a:lvl2pPr lvl="1" algn="l">
              <a:lnSpc>
                <a:spcPct val="100000"/>
              </a:lnSpc>
              <a:spcBef>
                <a:spcPts val="0"/>
              </a:spcBef>
              <a:spcAft>
                <a:spcPts val="0"/>
              </a:spcAft>
              <a:buSzPts val="1400"/>
              <a:buNone/>
              <a:defRPr sz="1400">
                <a:solidFill>
                  <a:schemeClr val="dk1"/>
                </a:solidFill>
              </a:defRPr>
            </a:lvl2pPr>
            <a:lvl3pPr lvl="2" algn="l">
              <a:lnSpc>
                <a:spcPct val="100000"/>
              </a:lnSpc>
              <a:spcBef>
                <a:spcPts val="0"/>
              </a:spcBef>
              <a:spcAft>
                <a:spcPts val="0"/>
              </a:spcAft>
              <a:buSzPts val="1400"/>
              <a:buNone/>
              <a:defRPr sz="1400">
                <a:solidFill>
                  <a:schemeClr val="dk1"/>
                </a:solidFill>
              </a:defRPr>
            </a:lvl3pPr>
            <a:lvl4pPr lvl="3" algn="l">
              <a:lnSpc>
                <a:spcPct val="100000"/>
              </a:lnSpc>
              <a:spcBef>
                <a:spcPts val="0"/>
              </a:spcBef>
              <a:spcAft>
                <a:spcPts val="0"/>
              </a:spcAft>
              <a:buSzPts val="1400"/>
              <a:buNone/>
              <a:defRPr sz="1400">
                <a:solidFill>
                  <a:schemeClr val="dk1"/>
                </a:solidFill>
              </a:defRPr>
            </a:lvl4pPr>
            <a:lvl5pPr lvl="4" algn="l">
              <a:lnSpc>
                <a:spcPct val="100000"/>
              </a:lnSpc>
              <a:spcBef>
                <a:spcPts val="0"/>
              </a:spcBef>
              <a:spcAft>
                <a:spcPts val="0"/>
              </a:spcAft>
              <a:buSzPts val="1400"/>
              <a:buNone/>
              <a:defRPr sz="1400">
                <a:solidFill>
                  <a:schemeClr val="dk1"/>
                </a:solidFill>
              </a:defRPr>
            </a:lvl5pPr>
            <a:lvl6pPr lvl="5" algn="l">
              <a:lnSpc>
                <a:spcPct val="100000"/>
              </a:lnSpc>
              <a:spcBef>
                <a:spcPts val="0"/>
              </a:spcBef>
              <a:spcAft>
                <a:spcPts val="0"/>
              </a:spcAft>
              <a:buSzPts val="1400"/>
              <a:buNone/>
              <a:defRPr sz="1400">
                <a:solidFill>
                  <a:schemeClr val="dk1"/>
                </a:solidFill>
              </a:defRPr>
            </a:lvl6pPr>
            <a:lvl7pPr lvl="6" algn="l">
              <a:lnSpc>
                <a:spcPct val="100000"/>
              </a:lnSpc>
              <a:spcBef>
                <a:spcPts val="0"/>
              </a:spcBef>
              <a:spcAft>
                <a:spcPts val="0"/>
              </a:spcAft>
              <a:buSzPts val="1400"/>
              <a:buNone/>
              <a:defRPr sz="1400">
                <a:solidFill>
                  <a:schemeClr val="dk1"/>
                </a:solidFill>
              </a:defRPr>
            </a:lvl7pPr>
            <a:lvl8pPr lvl="7" algn="l">
              <a:lnSpc>
                <a:spcPct val="100000"/>
              </a:lnSpc>
              <a:spcBef>
                <a:spcPts val="0"/>
              </a:spcBef>
              <a:spcAft>
                <a:spcPts val="0"/>
              </a:spcAft>
              <a:buSzPts val="1400"/>
              <a:buNone/>
              <a:defRPr sz="1400">
                <a:solidFill>
                  <a:schemeClr val="dk1"/>
                </a:solidFill>
              </a:defRPr>
            </a:lvl8pPr>
            <a:lvl9pPr lvl="8" algn="l">
              <a:lnSpc>
                <a:spcPct val="100000"/>
              </a:lnSpc>
              <a:spcBef>
                <a:spcPts val="0"/>
              </a:spcBef>
              <a:spcAft>
                <a:spcPts val="0"/>
              </a:spcAft>
              <a:buSzPts val="1400"/>
              <a:buNone/>
              <a:defRPr sz="1400">
                <a:solidFill>
                  <a:schemeClr val="dk1"/>
                </a:solidFill>
              </a:defRPr>
            </a:lvl9pPr>
          </a:lstStyle>
          <a:p>
            <a:endParaRPr/>
          </a:p>
        </p:txBody>
      </p:sp>
      <p:sp>
        <p:nvSpPr>
          <p:cNvPr id="170" name="Google Shape;170;p29"/>
          <p:cNvSpPr txBox="1">
            <a:spLocks noGrp="1"/>
          </p:cNvSpPr>
          <p:nvPr>
            <p:ph type="title"/>
          </p:nvPr>
        </p:nvSpPr>
        <p:spPr>
          <a:xfrm>
            <a:off x="717800" y="383175"/>
            <a:ext cx="7708200" cy="647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71" name="Google Shape;171;p29"/>
          <p:cNvSpPr/>
          <p:nvPr/>
        </p:nvSpPr>
        <p:spPr>
          <a:xfrm>
            <a:off x="7927800" y="257160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29"/>
          <p:cNvSpPr/>
          <p:nvPr/>
        </p:nvSpPr>
        <p:spPr>
          <a:xfrm>
            <a:off x="792780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11">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750975" y="2819150"/>
            <a:ext cx="2164200" cy="647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4800"/>
              <a:buNone/>
              <a:defRPr sz="3000">
                <a:solidFill>
                  <a:schemeClr val="dk2"/>
                </a:solidFill>
              </a:defRPr>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a:endParaRPr/>
          </a:p>
        </p:txBody>
      </p:sp>
      <p:sp>
        <p:nvSpPr>
          <p:cNvPr id="175" name="Google Shape;175;p30"/>
          <p:cNvSpPr txBox="1">
            <a:spLocks noGrp="1"/>
          </p:cNvSpPr>
          <p:nvPr>
            <p:ph type="subTitle" idx="1"/>
          </p:nvPr>
        </p:nvSpPr>
        <p:spPr>
          <a:xfrm>
            <a:off x="750975" y="3390050"/>
            <a:ext cx="2164200" cy="64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800"/>
              <a:buNone/>
              <a:defRPr sz="1400">
                <a:solidFill>
                  <a:schemeClr val="dk1"/>
                </a:solidFill>
              </a:defRPr>
            </a:lvl1pPr>
            <a:lvl2pPr lvl="1" algn="r">
              <a:lnSpc>
                <a:spcPct val="100000"/>
              </a:lnSpc>
              <a:spcBef>
                <a:spcPts val="1600"/>
              </a:spcBef>
              <a:spcAft>
                <a:spcPts val="0"/>
              </a:spcAft>
              <a:buClr>
                <a:schemeClr val="dk1"/>
              </a:buClr>
              <a:buSzPts val="2000"/>
              <a:buNone/>
              <a:defRPr sz="2000">
                <a:solidFill>
                  <a:schemeClr val="dk1"/>
                </a:solidFill>
              </a:defRPr>
            </a:lvl2pPr>
            <a:lvl3pPr lvl="2" algn="r">
              <a:lnSpc>
                <a:spcPct val="100000"/>
              </a:lnSpc>
              <a:spcBef>
                <a:spcPts val="1600"/>
              </a:spcBef>
              <a:spcAft>
                <a:spcPts val="0"/>
              </a:spcAft>
              <a:buClr>
                <a:schemeClr val="dk1"/>
              </a:buClr>
              <a:buSzPts val="2000"/>
              <a:buNone/>
              <a:defRPr sz="2000">
                <a:solidFill>
                  <a:schemeClr val="dk1"/>
                </a:solidFill>
              </a:defRPr>
            </a:lvl3pPr>
            <a:lvl4pPr lvl="3" algn="r">
              <a:lnSpc>
                <a:spcPct val="100000"/>
              </a:lnSpc>
              <a:spcBef>
                <a:spcPts val="1600"/>
              </a:spcBef>
              <a:spcAft>
                <a:spcPts val="0"/>
              </a:spcAft>
              <a:buClr>
                <a:schemeClr val="dk1"/>
              </a:buClr>
              <a:buSzPts val="2000"/>
              <a:buNone/>
              <a:defRPr sz="2000">
                <a:solidFill>
                  <a:schemeClr val="dk1"/>
                </a:solidFill>
              </a:defRPr>
            </a:lvl4pPr>
            <a:lvl5pPr lvl="4" algn="r">
              <a:lnSpc>
                <a:spcPct val="100000"/>
              </a:lnSpc>
              <a:spcBef>
                <a:spcPts val="1600"/>
              </a:spcBef>
              <a:spcAft>
                <a:spcPts val="0"/>
              </a:spcAft>
              <a:buClr>
                <a:schemeClr val="dk1"/>
              </a:buClr>
              <a:buSzPts val="2000"/>
              <a:buNone/>
              <a:defRPr sz="2000">
                <a:solidFill>
                  <a:schemeClr val="dk1"/>
                </a:solidFill>
              </a:defRPr>
            </a:lvl5pPr>
            <a:lvl6pPr lvl="5" algn="r">
              <a:lnSpc>
                <a:spcPct val="100000"/>
              </a:lnSpc>
              <a:spcBef>
                <a:spcPts val="1600"/>
              </a:spcBef>
              <a:spcAft>
                <a:spcPts val="0"/>
              </a:spcAft>
              <a:buClr>
                <a:schemeClr val="dk1"/>
              </a:buClr>
              <a:buSzPts val="2000"/>
              <a:buNone/>
              <a:defRPr sz="2000">
                <a:solidFill>
                  <a:schemeClr val="dk1"/>
                </a:solidFill>
              </a:defRPr>
            </a:lvl6pPr>
            <a:lvl7pPr lvl="6" algn="r">
              <a:lnSpc>
                <a:spcPct val="100000"/>
              </a:lnSpc>
              <a:spcBef>
                <a:spcPts val="1600"/>
              </a:spcBef>
              <a:spcAft>
                <a:spcPts val="0"/>
              </a:spcAft>
              <a:buClr>
                <a:schemeClr val="dk1"/>
              </a:buClr>
              <a:buSzPts val="2000"/>
              <a:buNone/>
              <a:defRPr sz="2000">
                <a:solidFill>
                  <a:schemeClr val="dk1"/>
                </a:solidFill>
              </a:defRPr>
            </a:lvl7pPr>
            <a:lvl8pPr lvl="7" algn="r">
              <a:lnSpc>
                <a:spcPct val="100000"/>
              </a:lnSpc>
              <a:spcBef>
                <a:spcPts val="1600"/>
              </a:spcBef>
              <a:spcAft>
                <a:spcPts val="0"/>
              </a:spcAft>
              <a:buClr>
                <a:schemeClr val="dk1"/>
              </a:buClr>
              <a:buSzPts val="2000"/>
              <a:buNone/>
              <a:defRPr sz="2000">
                <a:solidFill>
                  <a:schemeClr val="dk1"/>
                </a:solidFill>
              </a:defRPr>
            </a:lvl8pPr>
            <a:lvl9pPr lvl="8" algn="r">
              <a:lnSpc>
                <a:spcPct val="100000"/>
              </a:lnSpc>
              <a:spcBef>
                <a:spcPts val="1600"/>
              </a:spcBef>
              <a:spcAft>
                <a:spcPts val="1600"/>
              </a:spcAft>
              <a:buClr>
                <a:schemeClr val="dk1"/>
              </a:buClr>
              <a:buSzPts val="2000"/>
              <a:buNone/>
              <a:defRPr sz="2000">
                <a:solidFill>
                  <a:schemeClr val="dk1"/>
                </a:solidFill>
              </a:defRPr>
            </a:lvl9pPr>
          </a:lstStyle>
          <a:p>
            <a:endParaRPr/>
          </a:p>
        </p:txBody>
      </p:sp>
      <p:sp>
        <p:nvSpPr>
          <p:cNvPr id="176" name="Google Shape;176;p30"/>
          <p:cNvSpPr txBox="1">
            <a:spLocks noGrp="1"/>
          </p:cNvSpPr>
          <p:nvPr>
            <p:ph type="title" idx="2"/>
          </p:nvPr>
        </p:nvSpPr>
        <p:spPr>
          <a:xfrm>
            <a:off x="3508587" y="2819150"/>
            <a:ext cx="2164200" cy="647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4800"/>
              <a:buNone/>
              <a:defRPr sz="3000">
                <a:solidFill>
                  <a:schemeClr val="dk2"/>
                </a:solidFill>
              </a:defRPr>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a:endParaRPr/>
          </a:p>
        </p:txBody>
      </p:sp>
      <p:sp>
        <p:nvSpPr>
          <p:cNvPr id="177" name="Google Shape;177;p30"/>
          <p:cNvSpPr txBox="1">
            <a:spLocks noGrp="1"/>
          </p:cNvSpPr>
          <p:nvPr>
            <p:ph type="subTitle" idx="3"/>
          </p:nvPr>
        </p:nvSpPr>
        <p:spPr>
          <a:xfrm>
            <a:off x="3508587" y="3390050"/>
            <a:ext cx="2164200" cy="64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800"/>
              <a:buNone/>
              <a:defRPr sz="1400">
                <a:solidFill>
                  <a:schemeClr val="dk1"/>
                </a:solidFill>
              </a:defRPr>
            </a:lvl1pPr>
            <a:lvl2pPr lvl="1" algn="r">
              <a:lnSpc>
                <a:spcPct val="100000"/>
              </a:lnSpc>
              <a:spcBef>
                <a:spcPts val="1600"/>
              </a:spcBef>
              <a:spcAft>
                <a:spcPts val="0"/>
              </a:spcAft>
              <a:buClr>
                <a:schemeClr val="dk1"/>
              </a:buClr>
              <a:buSzPts val="2000"/>
              <a:buNone/>
              <a:defRPr sz="2000">
                <a:solidFill>
                  <a:schemeClr val="dk1"/>
                </a:solidFill>
              </a:defRPr>
            </a:lvl2pPr>
            <a:lvl3pPr lvl="2" algn="r">
              <a:lnSpc>
                <a:spcPct val="100000"/>
              </a:lnSpc>
              <a:spcBef>
                <a:spcPts val="1600"/>
              </a:spcBef>
              <a:spcAft>
                <a:spcPts val="0"/>
              </a:spcAft>
              <a:buClr>
                <a:schemeClr val="dk1"/>
              </a:buClr>
              <a:buSzPts val="2000"/>
              <a:buNone/>
              <a:defRPr sz="2000">
                <a:solidFill>
                  <a:schemeClr val="dk1"/>
                </a:solidFill>
              </a:defRPr>
            </a:lvl3pPr>
            <a:lvl4pPr lvl="3" algn="r">
              <a:lnSpc>
                <a:spcPct val="100000"/>
              </a:lnSpc>
              <a:spcBef>
                <a:spcPts val="1600"/>
              </a:spcBef>
              <a:spcAft>
                <a:spcPts val="0"/>
              </a:spcAft>
              <a:buClr>
                <a:schemeClr val="dk1"/>
              </a:buClr>
              <a:buSzPts val="2000"/>
              <a:buNone/>
              <a:defRPr sz="2000">
                <a:solidFill>
                  <a:schemeClr val="dk1"/>
                </a:solidFill>
              </a:defRPr>
            </a:lvl4pPr>
            <a:lvl5pPr lvl="4" algn="r">
              <a:lnSpc>
                <a:spcPct val="100000"/>
              </a:lnSpc>
              <a:spcBef>
                <a:spcPts val="1600"/>
              </a:spcBef>
              <a:spcAft>
                <a:spcPts val="0"/>
              </a:spcAft>
              <a:buClr>
                <a:schemeClr val="dk1"/>
              </a:buClr>
              <a:buSzPts val="2000"/>
              <a:buNone/>
              <a:defRPr sz="2000">
                <a:solidFill>
                  <a:schemeClr val="dk1"/>
                </a:solidFill>
              </a:defRPr>
            </a:lvl5pPr>
            <a:lvl6pPr lvl="5" algn="r">
              <a:lnSpc>
                <a:spcPct val="100000"/>
              </a:lnSpc>
              <a:spcBef>
                <a:spcPts val="1600"/>
              </a:spcBef>
              <a:spcAft>
                <a:spcPts val="0"/>
              </a:spcAft>
              <a:buClr>
                <a:schemeClr val="dk1"/>
              </a:buClr>
              <a:buSzPts val="2000"/>
              <a:buNone/>
              <a:defRPr sz="2000">
                <a:solidFill>
                  <a:schemeClr val="dk1"/>
                </a:solidFill>
              </a:defRPr>
            </a:lvl6pPr>
            <a:lvl7pPr lvl="6" algn="r">
              <a:lnSpc>
                <a:spcPct val="100000"/>
              </a:lnSpc>
              <a:spcBef>
                <a:spcPts val="1600"/>
              </a:spcBef>
              <a:spcAft>
                <a:spcPts val="0"/>
              </a:spcAft>
              <a:buClr>
                <a:schemeClr val="dk1"/>
              </a:buClr>
              <a:buSzPts val="2000"/>
              <a:buNone/>
              <a:defRPr sz="2000">
                <a:solidFill>
                  <a:schemeClr val="dk1"/>
                </a:solidFill>
              </a:defRPr>
            </a:lvl7pPr>
            <a:lvl8pPr lvl="7" algn="r">
              <a:lnSpc>
                <a:spcPct val="100000"/>
              </a:lnSpc>
              <a:spcBef>
                <a:spcPts val="1600"/>
              </a:spcBef>
              <a:spcAft>
                <a:spcPts val="0"/>
              </a:spcAft>
              <a:buClr>
                <a:schemeClr val="dk1"/>
              </a:buClr>
              <a:buSzPts val="2000"/>
              <a:buNone/>
              <a:defRPr sz="2000">
                <a:solidFill>
                  <a:schemeClr val="dk1"/>
                </a:solidFill>
              </a:defRPr>
            </a:lvl8pPr>
            <a:lvl9pPr lvl="8" algn="r">
              <a:lnSpc>
                <a:spcPct val="100000"/>
              </a:lnSpc>
              <a:spcBef>
                <a:spcPts val="1600"/>
              </a:spcBef>
              <a:spcAft>
                <a:spcPts val="1600"/>
              </a:spcAft>
              <a:buClr>
                <a:schemeClr val="dk1"/>
              </a:buClr>
              <a:buSzPts val="2000"/>
              <a:buNone/>
              <a:defRPr sz="2000">
                <a:solidFill>
                  <a:schemeClr val="dk1"/>
                </a:solidFill>
              </a:defRPr>
            </a:lvl9pPr>
          </a:lstStyle>
          <a:p>
            <a:endParaRPr/>
          </a:p>
        </p:txBody>
      </p:sp>
      <p:sp>
        <p:nvSpPr>
          <p:cNvPr id="178" name="Google Shape;178;p30"/>
          <p:cNvSpPr txBox="1">
            <a:spLocks noGrp="1"/>
          </p:cNvSpPr>
          <p:nvPr>
            <p:ph type="title" idx="4"/>
          </p:nvPr>
        </p:nvSpPr>
        <p:spPr>
          <a:xfrm>
            <a:off x="717800" y="383175"/>
            <a:ext cx="7708200" cy="64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79" name="Google Shape;179;p30"/>
          <p:cNvSpPr txBox="1">
            <a:spLocks noGrp="1"/>
          </p:cNvSpPr>
          <p:nvPr>
            <p:ph type="title" idx="5"/>
          </p:nvPr>
        </p:nvSpPr>
        <p:spPr>
          <a:xfrm>
            <a:off x="6216100" y="2819150"/>
            <a:ext cx="2164200" cy="647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4800"/>
              <a:buNone/>
              <a:defRPr sz="3000">
                <a:solidFill>
                  <a:schemeClr val="dk2"/>
                </a:solidFill>
              </a:defRPr>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a:endParaRPr/>
          </a:p>
        </p:txBody>
      </p:sp>
      <p:sp>
        <p:nvSpPr>
          <p:cNvPr id="180" name="Google Shape;180;p30"/>
          <p:cNvSpPr txBox="1">
            <a:spLocks noGrp="1"/>
          </p:cNvSpPr>
          <p:nvPr>
            <p:ph type="subTitle" idx="6"/>
          </p:nvPr>
        </p:nvSpPr>
        <p:spPr>
          <a:xfrm>
            <a:off x="6216100" y="3390050"/>
            <a:ext cx="2164200" cy="64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800"/>
              <a:buNone/>
              <a:defRPr sz="1400">
                <a:solidFill>
                  <a:schemeClr val="dk1"/>
                </a:solidFill>
              </a:defRPr>
            </a:lvl1pPr>
            <a:lvl2pPr lvl="1" algn="r">
              <a:lnSpc>
                <a:spcPct val="100000"/>
              </a:lnSpc>
              <a:spcBef>
                <a:spcPts val="1600"/>
              </a:spcBef>
              <a:spcAft>
                <a:spcPts val="0"/>
              </a:spcAft>
              <a:buClr>
                <a:schemeClr val="dk1"/>
              </a:buClr>
              <a:buSzPts val="2000"/>
              <a:buNone/>
              <a:defRPr sz="2000">
                <a:solidFill>
                  <a:schemeClr val="dk1"/>
                </a:solidFill>
              </a:defRPr>
            </a:lvl2pPr>
            <a:lvl3pPr lvl="2" algn="r">
              <a:lnSpc>
                <a:spcPct val="100000"/>
              </a:lnSpc>
              <a:spcBef>
                <a:spcPts val="1600"/>
              </a:spcBef>
              <a:spcAft>
                <a:spcPts val="0"/>
              </a:spcAft>
              <a:buClr>
                <a:schemeClr val="dk1"/>
              </a:buClr>
              <a:buSzPts val="2000"/>
              <a:buNone/>
              <a:defRPr sz="2000">
                <a:solidFill>
                  <a:schemeClr val="dk1"/>
                </a:solidFill>
              </a:defRPr>
            </a:lvl3pPr>
            <a:lvl4pPr lvl="3" algn="r">
              <a:lnSpc>
                <a:spcPct val="100000"/>
              </a:lnSpc>
              <a:spcBef>
                <a:spcPts val="1600"/>
              </a:spcBef>
              <a:spcAft>
                <a:spcPts val="0"/>
              </a:spcAft>
              <a:buClr>
                <a:schemeClr val="dk1"/>
              </a:buClr>
              <a:buSzPts val="2000"/>
              <a:buNone/>
              <a:defRPr sz="2000">
                <a:solidFill>
                  <a:schemeClr val="dk1"/>
                </a:solidFill>
              </a:defRPr>
            </a:lvl4pPr>
            <a:lvl5pPr lvl="4" algn="r">
              <a:lnSpc>
                <a:spcPct val="100000"/>
              </a:lnSpc>
              <a:spcBef>
                <a:spcPts val="1600"/>
              </a:spcBef>
              <a:spcAft>
                <a:spcPts val="0"/>
              </a:spcAft>
              <a:buClr>
                <a:schemeClr val="dk1"/>
              </a:buClr>
              <a:buSzPts val="2000"/>
              <a:buNone/>
              <a:defRPr sz="2000">
                <a:solidFill>
                  <a:schemeClr val="dk1"/>
                </a:solidFill>
              </a:defRPr>
            </a:lvl5pPr>
            <a:lvl6pPr lvl="5" algn="r">
              <a:lnSpc>
                <a:spcPct val="100000"/>
              </a:lnSpc>
              <a:spcBef>
                <a:spcPts val="1600"/>
              </a:spcBef>
              <a:spcAft>
                <a:spcPts val="0"/>
              </a:spcAft>
              <a:buClr>
                <a:schemeClr val="dk1"/>
              </a:buClr>
              <a:buSzPts val="2000"/>
              <a:buNone/>
              <a:defRPr sz="2000">
                <a:solidFill>
                  <a:schemeClr val="dk1"/>
                </a:solidFill>
              </a:defRPr>
            </a:lvl6pPr>
            <a:lvl7pPr lvl="6" algn="r">
              <a:lnSpc>
                <a:spcPct val="100000"/>
              </a:lnSpc>
              <a:spcBef>
                <a:spcPts val="1600"/>
              </a:spcBef>
              <a:spcAft>
                <a:spcPts val="0"/>
              </a:spcAft>
              <a:buClr>
                <a:schemeClr val="dk1"/>
              </a:buClr>
              <a:buSzPts val="2000"/>
              <a:buNone/>
              <a:defRPr sz="2000">
                <a:solidFill>
                  <a:schemeClr val="dk1"/>
                </a:solidFill>
              </a:defRPr>
            </a:lvl7pPr>
            <a:lvl8pPr lvl="7" algn="r">
              <a:lnSpc>
                <a:spcPct val="100000"/>
              </a:lnSpc>
              <a:spcBef>
                <a:spcPts val="1600"/>
              </a:spcBef>
              <a:spcAft>
                <a:spcPts val="0"/>
              </a:spcAft>
              <a:buClr>
                <a:schemeClr val="dk1"/>
              </a:buClr>
              <a:buSzPts val="2000"/>
              <a:buNone/>
              <a:defRPr sz="2000">
                <a:solidFill>
                  <a:schemeClr val="dk1"/>
                </a:solidFill>
              </a:defRPr>
            </a:lvl8pPr>
            <a:lvl9pPr lvl="8" algn="r">
              <a:lnSpc>
                <a:spcPct val="100000"/>
              </a:lnSpc>
              <a:spcBef>
                <a:spcPts val="1600"/>
              </a:spcBef>
              <a:spcAft>
                <a:spcPts val="1600"/>
              </a:spcAft>
              <a:buClr>
                <a:schemeClr val="dk1"/>
              </a:buClr>
              <a:buSzPts val="2000"/>
              <a:buNone/>
              <a:defRPr sz="2000">
                <a:solidFill>
                  <a:schemeClr val="dk1"/>
                </a:solidFill>
              </a:defRPr>
            </a:lvl9pPr>
          </a:lstStyle>
          <a:p>
            <a:endParaRPr/>
          </a:p>
        </p:txBody>
      </p:sp>
      <p:sp>
        <p:nvSpPr>
          <p:cNvPr id="181" name="Google Shape;181;p30"/>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0"/>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183"/>
        <p:cNvGrpSpPr/>
        <p:nvPr/>
      </p:nvGrpSpPr>
      <p:grpSpPr>
        <a:xfrm>
          <a:off x="0" y="0"/>
          <a:ext cx="0" cy="0"/>
          <a:chOff x="0" y="0"/>
          <a:chExt cx="0" cy="0"/>
        </a:xfrm>
      </p:grpSpPr>
      <p:sp>
        <p:nvSpPr>
          <p:cNvPr id="184" name="Google Shape;184;p31"/>
          <p:cNvSpPr txBox="1">
            <a:spLocks noGrp="1"/>
          </p:cNvSpPr>
          <p:nvPr>
            <p:ph type="title"/>
          </p:nvPr>
        </p:nvSpPr>
        <p:spPr>
          <a:xfrm>
            <a:off x="713225" y="445025"/>
            <a:ext cx="3858900" cy="13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1"/>
              </a:buClr>
              <a:buSzPts val="2800"/>
              <a:buNone/>
              <a:defRPr sz="7200">
                <a:solidFill>
                  <a:schemeClr val="accent1"/>
                </a:solidFill>
              </a:defRPr>
            </a:lvl1pPr>
            <a:lvl2pPr lvl="1" algn="l">
              <a:lnSpc>
                <a:spcPct val="100000"/>
              </a:lnSpc>
              <a:spcBef>
                <a:spcPts val="0"/>
              </a:spcBef>
              <a:spcAft>
                <a:spcPts val="0"/>
              </a:spcAft>
              <a:buClr>
                <a:schemeClr val="accent1"/>
              </a:buClr>
              <a:buSzPts val="2800"/>
              <a:buNone/>
              <a:defRPr>
                <a:solidFill>
                  <a:schemeClr val="accent1"/>
                </a:solidFill>
              </a:defRPr>
            </a:lvl2pPr>
            <a:lvl3pPr lvl="2" algn="l">
              <a:lnSpc>
                <a:spcPct val="100000"/>
              </a:lnSpc>
              <a:spcBef>
                <a:spcPts val="0"/>
              </a:spcBef>
              <a:spcAft>
                <a:spcPts val="0"/>
              </a:spcAft>
              <a:buClr>
                <a:schemeClr val="accent1"/>
              </a:buClr>
              <a:buSzPts val="2800"/>
              <a:buNone/>
              <a:defRPr>
                <a:solidFill>
                  <a:schemeClr val="accent1"/>
                </a:solidFill>
              </a:defRPr>
            </a:lvl3pPr>
            <a:lvl4pPr lvl="3" algn="l">
              <a:lnSpc>
                <a:spcPct val="100000"/>
              </a:lnSpc>
              <a:spcBef>
                <a:spcPts val="0"/>
              </a:spcBef>
              <a:spcAft>
                <a:spcPts val="0"/>
              </a:spcAft>
              <a:buClr>
                <a:schemeClr val="accent1"/>
              </a:buClr>
              <a:buSzPts val="2800"/>
              <a:buNone/>
              <a:defRPr>
                <a:solidFill>
                  <a:schemeClr val="accent1"/>
                </a:solidFill>
              </a:defRPr>
            </a:lvl4pPr>
            <a:lvl5pPr lvl="4" algn="l">
              <a:lnSpc>
                <a:spcPct val="100000"/>
              </a:lnSpc>
              <a:spcBef>
                <a:spcPts val="0"/>
              </a:spcBef>
              <a:spcAft>
                <a:spcPts val="0"/>
              </a:spcAft>
              <a:buClr>
                <a:schemeClr val="accent1"/>
              </a:buClr>
              <a:buSzPts val="2800"/>
              <a:buNone/>
              <a:defRPr>
                <a:solidFill>
                  <a:schemeClr val="accent1"/>
                </a:solidFill>
              </a:defRPr>
            </a:lvl5pPr>
            <a:lvl6pPr lvl="5" algn="l">
              <a:lnSpc>
                <a:spcPct val="100000"/>
              </a:lnSpc>
              <a:spcBef>
                <a:spcPts val="0"/>
              </a:spcBef>
              <a:spcAft>
                <a:spcPts val="0"/>
              </a:spcAft>
              <a:buClr>
                <a:schemeClr val="accent1"/>
              </a:buClr>
              <a:buSzPts val="2800"/>
              <a:buNone/>
              <a:defRPr>
                <a:solidFill>
                  <a:schemeClr val="accent1"/>
                </a:solidFill>
              </a:defRPr>
            </a:lvl6pPr>
            <a:lvl7pPr lvl="6" algn="l">
              <a:lnSpc>
                <a:spcPct val="100000"/>
              </a:lnSpc>
              <a:spcBef>
                <a:spcPts val="0"/>
              </a:spcBef>
              <a:spcAft>
                <a:spcPts val="0"/>
              </a:spcAft>
              <a:buClr>
                <a:schemeClr val="accent1"/>
              </a:buClr>
              <a:buSzPts val="2800"/>
              <a:buNone/>
              <a:defRPr>
                <a:solidFill>
                  <a:schemeClr val="accent1"/>
                </a:solidFill>
              </a:defRPr>
            </a:lvl7pPr>
            <a:lvl8pPr lvl="7" algn="l">
              <a:lnSpc>
                <a:spcPct val="100000"/>
              </a:lnSpc>
              <a:spcBef>
                <a:spcPts val="0"/>
              </a:spcBef>
              <a:spcAft>
                <a:spcPts val="0"/>
              </a:spcAft>
              <a:buClr>
                <a:schemeClr val="accent1"/>
              </a:buClr>
              <a:buSzPts val="2800"/>
              <a:buNone/>
              <a:defRPr>
                <a:solidFill>
                  <a:schemeClr val="accent1"/>
                </a:solidFill>
              </a:defRPr>
            </a:lvl8pPr>
            <a:lvl9pPr lvl="8" algn="l">
              <a:lnSpc>
                <a:spcPct val="100000"/>
              </a:lnSpc>
              <a:spcBef>
                <a:spcPts val="0"/>
              </a:spcBef>
              <a:spcAft>
                <a:spcPts val="0"/>
              </a:spcAft>
              <a:buClr>
                <a:schemeClr val="accent1"/>
              </a:buClr>
              <a:buSzPts val="2800"/>
              <a:buNone/>
              <a:defRPr>
                <a:solidFill>
                  <a:schemeClr val="accent1"/>
                </a:solidFill>
              </a:defRPr>
            </a:lvl9pPr>
          </a:lstStyle>
          <a:p>
            <a:endParaRPr/>
          </a:p>
        </p:txBody>
      </p:sp>
      <p:sp>
        <p:nvSpPr>
          <p:cNvPr id="185" name="Google Shape;185;p31"/>
          <p:cNvSpPr txBox="1"/>
          <p:nvPr/>
        </p:nvSpPr>
        <p:spPr>
          <a:xfrm>
            <a:off x="713225" y="3485675"/>
            <a:ext cx="3956100" cy="61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0" i="0" u="none" strike="noStrike" cap="none">
                <a:solidFill>
                  <a:schemeClr val="accent2"/>
                </a:solidFill>
                <a:latin typeface="Montserrat"/>
                <a:ea typeface="Montserrat"/>
                <a:cs typeface="Montserrat"/>
                <a:sym typeface="Montserrat"/>
              </a:rPr>
              <a:t>CREDITS: This presentation template was created by </a:t>
            </a:r>
            <a:r>
              <a:rPr lang="en" sz="1100" b="1" i="0" u="none" strike="noStrike" cap="none">
                <a:solidFill>
                  <a:schemeClr val="hlink"/>
                </a:solidFill>
                <a:uFill>
                  <a:noFill/>
                </a:uFill>
                <a:latin typeface="Montserrat"/>
                <a:ea typeface="Montserrat"/>
                <a:cs typeface="Montserrat"/>
                <a:sym typeface="Montserrat"/>
                <a:hlinkClick r:id="rId2"/>
              </a:rPr>
              <a:t>Slidesgo</a:t>
            </a:r>
            <a:r>
              <a:rPr lang="en" sz="1100" b="0" i="0" u="none" strike="noStrike" cap="none">
                <a:solidFill>
                  <a:schemeClr val="accent2"/>
                </a:solidFill>
                <a:latin typeface="Montserrat"/>
                <a:ea typeface="Montserrat"/>
                <a:cs typeface="Montserrat"/>
                <a:sym typeface="Montserrat"/>
              </a:rPr>
              <a:t>, including icons by </a:t>
            </a:r>
            <a:r>
              <a:rPr lang="en" sz="1100" b="1" i="0" u="none" strike="noStrike" cap="none">
                <a:solidFill>
                  <a:schemeClr val="hlink"/>
                </a:solidFill>
                <a:uFill>
                  <a:noFill/>
                </a:uFill>
                <a:latin typeface="Montserrat"/>
                <a:ea typeface="Montserrat"/>
                <a:cs typeface="Montserrat"/>
                <a:sym typeface="Montserrat"/>
                <a:hlinkClick r:id="rId3"/>
              </a:rPr>
              <a:t>Flaticon</a:t>
            </a:r>
            <a:r>
              <a:rPr lang="en" sz="1100" b="0" i="0" u="none" strike="noStrike" cap="none">
                <a:solidFill>
                  <a:schemeClr val="accent2"/>
                </a:solidFill>
                <a:latin typeface="Montserrat"/>
                <a:ea typeface="Montserrat"/>
                <a:cs typeface="Montserrat"/>
                <a:sym typeface="Montserrat"/>
              </a:rPr>
              <a:t>, and infographics &amp; images by </a:t>
            </a:r>
            <a:r>
              <a:rPr lang="en" sz="1100" b="1" i="0" u="none" strike="noStrike" cap="none">
                <a:solidFill>
                  <a:schemeClr val="hlink"/>
                </a:solidFill>
                <a:uFill>
                  <a:noFill/>
                </a:uFill>
                <a:latin typeface="Montserrat"/>
                <a:ea typeface="Montserrat"/>
                <a:cs typeface="Montserrat"/>
                <a:sym typeface="Montserrat"/>
                <a:hlinkClick r:id="rId4"/>
              </a:rPr>
              <a:t>Freepik</a:t>
            </a:r>
            <a:endParaRPr sz="1100" b="1" i="0" u="none" strike="noStrike" cap="none">
              <a:solidFill>
                <a:schemeClr val="accent2"/>
              </a:solidFill>
              <a:latin typeface="Montserrat"/>
              <a:ea typeface="Montserrat"/>
              <a:cs typeface="Montserrat"/>
              <a:sym typeface="Montserrat"/>
            </a:endParaRPr>
          </a:p>
        </p:txBody>
      </p:sp>
      <p:sp>
        <p:nvSpPr>
          <p:cNvPr id="186" name="Google Shape;186;p31"/>
          <p:cNvSpPr/>
          <p:nvPr/>
        </p:nvSpPr>
        <p:spPr>
          <a:xfrm>
            <a:off x="6711600" y="25716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31"/>
          <p:cNvSpPr/>
          <p:nvPr/>
        </p:nvSpPr>
        <p:spPr>
          <a:xfrm>
            <a:off x="7927800"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88"/>
        <p:cNvGrpSpPr/>
        <p:nvPr/>
      </p:nvGrpSpPr>
      <p:grpSpPr>
        <a:xfrm>
          <a:off x="0" y="0"/>
          <a:ext cx="0" cy="0"/>
          <a:chOff x="0" y="0"/>
          <a:chExt cx="0" cy="0"/>
        </a:xfrm>
      </p:grpSpPr>
      <p:sp>
        <p:nvSpPr>
          <p:cNvPr id="189" name="Google Shape;189;p32"/>
          <p:cNvSpPr txBox="1">
            <a:spLocks noGrp="1"/>
          </p:cNvSpPr>
          <p:nvPr>
            <p:ph type="title"/>
          </p:nvPr>
        </p:nvSpPr>
        <p:spPr>
          <a:xfrm>
            <a:off x="717800" y="383175"/>
            <a:ext cx="7708200" cy="740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90" name="Google Shape;190;p32"/>
          <p:cNvSpPr txBox="1">
            <a:spLocks noGrp="1"/>
          </p:cNvSpPr>
          <p:nvPr>
            <p:ph type="subTitle" idx="1"/>
          </p:nvPr>
        </p:nvSpPr>
        <p:spPr>
          <a:xfrm>
            <a:off x="717800" y="1255775"/>
            <a:ext cx="4631700" cy="339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Char char="●"/>
              <a:defRPr sz="1400">
                <a:solidFill>
                  <a:schemeClr val="dk1"/>
                </a:solidFill>
              </a:defRPr>
            </a:lvl1pPr>
            <a:lvl2pPr lvl="1" algn="l">
              <a:lnSpc>
                <a:spcPct val="100000"/>
              </a:lnSpc>
              <a:spcBef>
                <a:spcPts val="160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sp>
        <p:nvSpPr>
          <p:cNvPr id="191" name="Google Shape;191;p32"/>
          <p:cNvSpPr/>
          <p:nvPr/>
        </p:nvSpPr>
        <p:spPr>
          <a:xfrm>
            <a:off x="7927800" y="257160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1">
  <p:cSld name="CUSTOM_6">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3984975" y="1495800"/>
            <a:ext cx="4055400" cy="723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accent1"/>
              </a:buClr>
              <a:buSzPts val="2800"/>
              <a:buNone/>
              <a:defRPr>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4" name="Google Shape;194;p33"/>
          <p:cNvSpPr txBox="1">
            <a:spLocks noGrp="1"/>
          </p:cNvSpPr>
          <p:nvPr>
            <p:ph type="subTitle" idx="1"/>
          </p:nvPr>
        </p:nvSpPr>
        <p:spPr>
          <a:xfrm>
            <a:off x="3994375" y="2142600"/>
            <a:ext cx="4055400" cy="15051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195" name="Google Shape;195;p33"/>
          <p:cNvSpPr/>
          <p:nvPr/>
        </p:nvSpPr>
        <p:spPr>
          <a:xfrm rot="10800000" flipH="1">
            <a:off x="0" y="2571825"/>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3"/>
          <p:cNvSpPr/>
          <p:nvPr/>
        </p:nvSpPr>
        <p:spPr>
          <a:xfrm rot="10800000" flipH="1">
            <a:off x="1219200" y="1247175"/>
            <a:ext cx="1216200" cy="1324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97"/>
        <p:cNvGrpSpPr/>
        <p:nvPr/>
      </p:nvGrpSpPr>
      <p:grpSpPr>
        <a:xfrm>
          <a:off x="0" y="0"/>
          <a:ext cx="0" cy="0"/>
          <a:chOff x="0" y="0"/>
          <a:chExt cx="0" cy="0"/>
        </a:xfrm>
      </p:grpSpPr>
      <p:sp>
        <p:nvSpPr>
          <p:cNvPr id="198" name="Google Shape;198;p34"/>
          <p:cNvSpPr txBox="1">
            <a:spLocks noGrp="1"/>
          </p:cNvSpPr>
          <p:nvPr>
            <p:ph type="body" idx="1"/>
          </p:nvPr>
        </p:nvSpPr>
        <p:spPr>
          <a:xfrm>
            <a:off x="713225" y="544075"/>
            <a:ext cx="4264800" cy="1541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sz="3800" b="1">
                <a:solidFill>
                  <a:schemeClr val="accent1"/>
                </a:solidFill>
                <a:latin typeface="Inter"/>
                <a:ea typeface="Inter"/>
                <a:cs typeface="Inter"/>
                <a:sym typeface="Inter"/>
              </a:defRPr>
            </a:lvl1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99"/>
        <p:cNvGrpSpPr/>
        <p:nvPr/>
      </p:nvGrpSpPr>
      <p:grpSpPr>
        <a:xfrm>
          <a:off x="0" y="0"/>
          <a:ext cx="0" cy="0"/>
          <a:chOff x="0" y="0"/>
          <a:chExt cx="0" cy="0"/>
        </a:xfrm>
      </p:grpSpPr>
      <p:sp>
        <p:nvSpPr>
          <p:cNvPr id="200" name="Google Shape;200;p35"/>
          <p:cNvSpPr txBox="1">
            <a:spLocks noGrp="1"/>
          </p:cNvSpPr>
          <p:nvPr>
            <p:ph type="title" hasCustomPrompt="1"/>
          </p:nvPr>
        </p:nvSpPr>
        <p:spPr>
          <a:xfrm>
            <a:off x="713225" y="1412150"/>
            <a:ext cx="7717500" cy="1657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9200">
                <a:solidFill>
                  <a:schemeClr val="accent3"/>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01" name="Google Shape;201;p35"/>
          <p:cNvSpPr txBox="1">
            <a:spLocks noGrp="1"/>
          </p:cNvSpPr>
          <p:nvPr>
            <p:ph type="body" idx="1"/>
          </p:nvPr>
        </p:nvSpPr>
        <p:spPr>
          <a:xfrm>
            <a:off x="713400" y="3069625"/>
            <a:ext cx="7717500" cy="661500"/>
          </a:xfrm>
          <a:prstGeom prst="rect">
            <a:avLst/>
          </a:prstGeom>
          <a:noFill/>
          <a:ln>
            <a:noFill/>
          </a:ln>
        </p:spPr>
        <p:txBody>
          <a:bodyPr spcFirstLastPara="1" wrap="square" lIns="91425" tIns="91425" rIns="91425" bIns="91425" anchor="t" anchorCtr="0">
            <a:noAutofit/>
          </a:bodyPr>
          <a:lstStyle>
            <a:lvl1pPr marL="457200" lvl="0" indent="-342900" algn="ctr">
              <a:lnSpc>
                <a:spcPct val="100000"/>
              </a:lnSpc>
              <a:spcBef>
                <a:spcPts val="0"/>
              </a:spcBef>
              <a:spcAft>
                <a:spcPts val="0"/>
              </a:spcAft>
              <a:buSzPts val="1800"/>
              <a:buChar char="●"/>
              <a:defRPr sz="1400">
                <a:solidFill>
                  <a:schemeClr val="dk1"/>
                </a:solidFill>
              </a:defRPr>
            </a:lvl1pPr>
            <a:lvl2pPr marL="914400" lvl="1" indent="-317500" algn="ctr">
              <a:lnSpc>
                <a:spcPct val="100000"/>
              </a:lnSpc>
              <a:spcBef>
                <a:spcPts val="0"/>
              </a:spcBef>
              <a:spcAft>
                <a:spcPts val="0"/>
              </a:spcAft>
              <a:buSzPts val="1400"/>
              <a:buChar char="○"/>
              <a:defRPr/>
            </a:lvl2pPr>
            <a:lvl3pPr marL="1371600" lvl="2" indent="-317500" algn="ctr">
              <a:lnSpc>
                <a:spcPct val="100000"/>
              </a:lnSpc>
              <a:spcBef>
                <a:spcPts val="1600"/>
              </a:spcBef>
              <a:spcAft>
                <a:spcPts val="0"/>
              </a:spcAft>
              <a:buSzPts val="1400"/>
              <a:buChar char="■"/>
              <a:defRPr/>
            </a:lvl3pPr>
            <a:lvl4pPr marL="1828800" lvl="3" indent="-317500" algn="ctr">
              <a:lnSpc>
                <a:spcPct val="100000"/>
              </a:lnSpc>
              <a:spcBef>
                <a:spcPts val="1600"/>
              </a:spcBef>
              <a:spcAft>
                <a:spcPts val="0"/>
              </a:spcAft>
              <a:buSzPts val="1400"/>
              <a:buChar char="●"/>
              <a:defRPr/>
            </a:lvl4pPr>
            <a:lvl5pPr marL="2286000" lvl="4" indent="-317500" algn="ctr">
              <a:lnSpc>
                <a:spcPct val="100000"/>
              </a:lnSpc>
              <a:spcBef>
                <a:spcPts val="1600"/>
              </a:spcBef>
              <a:spcAft>
                <a:spcPts val="0"/>
              </a:spcAft>
              <a:buSzPts val="1400"/>
              <a:buChar char="○"/>
              <a:defRPr/>
            </a:lvl5pPr>
            <a:lvl6pPr marL="2743200" lvl="5" indent="-317500" algn="ctr">
              <a:lnSpc>
                <a:spcPct val="100000"/>
              </a:lnSpc>
              <a:spcBef>
                <a:spcPts val="1600"/>
              </a:spcBef>
              <a:spcAft>
                <a:spcPts val="0"/>
              </a:spcAft>
              <a:buSzPts val="1400"/>
              <a:buChar char="■"/>
              <a:defRPr/>
            </a:lvl6pPr>
            <a:lvl7pPr marL="3200400" lvl="6" indent="-317500" algn="ctr">
              <a:lnSpc>
                <a:spcPct val="100000"/>
              </a:lnSpc>
              <a:spcBef>
                <a:spcPts val="1600"/>
              </a:spcBef>
              <a:spcAft>
                <a:spcPts val="0"/>
              </a:spcAft>
              <a:buSzPts val="1400"/>
              <a:buChar char="●"/>
              <a:defRPr/>
            </a:lvl7pPr>
            <a:lvl8pPr marL="3657600" lvl="7" indent="-317500" algn="ctr">
              <a:lnSpc>
                <a:spcPct val="100000"/>
              </a:lnSpc>
              <a:spcBef>
                <a:spcPts val="1600"/>
              </a:spcBef>
              <a:spcAft>
                <a:spcPts val="0"/>
              </a:spcAft>
              <a:buSzPts val="1400"/>
              <a:buChar char="○"/>
              <a:defRPr/>
            </a:lvl8pPr>
            <a:lvl9pPr marL="4114800" lvl="8" indent="-317500" algn="ctr">
              <a:lnSpc>
                <a:spcPct val="100000"/>
              </a:lnSpc>
              <a:spcBef>
                <a:spcPts val="1600"/>
              </a:spcBef>
              <a:spcAft>
                <a:spcPts val="1600"/>
              </a:spcAft>
              <a:buSzPts val="1400"/>
              <a:buChar char="■"/>
              <a:defRPr/>
            </a:lvl9pPr>
          </a:lstStyle>
          <a:p>
            <a:endParaRPr/>
          </a:p>
        </p:txBody>
      </p:sp>
      <p:sp>
        <p:nvSpPr>
          <p:cNvPr id="202" name="Google Shape;202;p35"/>
          <p:cNvSpPr/>
          <p:nvPr/>
        </p:nvSpPr>
        <p:spPr>
          <a:xfrm rot="10800000" flipH="1">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5"/>
          <p:cNvSpPr/>
          <p:nvPr/>
        </p:nvSpPr>
        <p:spPr>
          <a:xfrm rot="10800000" flipH="1">
            <a:off x="7927800"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Quote">
  <p:cSld name="CUSTOM_8">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2683950" y="3273525"/>
            <a:ext cx="57573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800" b="1">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7" name="Google Shape;207;p37"/>
          <p:cNvSpPr txBox="1">
            <a:spLocks noGrp="1"/>
          </p:cNvSpPr>
          <p:nvPr>
            <p:ph type="subTitle" idx="1"/>
          </p:nvPr>
        </p:nvSpPr>
        <p:spPr>
          <a:xfrm flipH="1">
            <a:off x="2684000" y="1247225"/>
            <a:ext cx="5757300" cy="18552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Font typeface="Didact Gothic"/>
              <a:buNone/>
              <a:defRPr sz="2800">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8" name="Google Shape;208;p37"/>
          <p:cNvSpPr/>
          <p:nvPr/>
        </p:nvSpPr>
        <p:spPr>
          <a:xfrm rot="10800000" flipH="1">
            <a:off x="1216200" y="2571750"/>
            <a:ext cx="1216200" cy="25716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7"/>
          <p:cNvSpPr/>
          <p:nvPr/>
        </p:nvSpPr>
        <p:spPr>
          <a:xfrm rot="10800000" flipH="1">
            <a:off x="0" y="1061825"/>
            <a:ext cx="1216200" cy="15099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1">
  <p:cSld name="CUSTOM_13">
    <p:spTree>
      <p:nvGrpSpPr>
        <p:cNvPr id="1" name="Shape 210"/>
        <p:cNvGrpSpPr/>
        <p:nvPr/>
      </p:nvGrpSpPr>
      <p:grpSpPr>
        <a:xfrm>
          <a:off x="0" y="0"/>
          <a:ext cx="0" cy="0"/>
          <a:chOff x="0" y="0"/>
          <a:chExt cx="0" cy="0"/>
        </a:xfrm>
      </p:grpSpPr>
      <p:sp>
        <p:nvSpPr>
          <p:cNvPr id="211" name="Google Shape;211;p38"/>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lgn="l">
              <a:lnSpc>
                <a:spcPct val="100000"/>
              </a:lnSpc>
              <a:spcBef>
                <a:spcPts val="0"/>
              </a:spcBef>
              <a:spcAft>
                <a:spcPts val="0"/>
              </a:spcAft>
              <a:buSzPts val="2800"/>
              <a:buFont typeface="Montserrat"/>
              <a:buNone/>
              <a:defRPr>
                <a:latin typeface="Montserrat"/>
                <a:ea typeface="Montserrat"/>
                <a:cs typeface="Montserrat"/>
                <a:sym typeface="Montserrat"/>
              </a:defRPr>
            </a:lvl2pPr>
            <a:lvl3pPr lvl="2" algn="l">
              <a:lnSpc>
                <a:spcPct val="100000"/>
              </a:lnSpc>
              <a:spcBef>
                <a:spcPts val="0"/>
              </a:spcBef>
              <a:spcAft>
                <a:spcPts val="0"/>
              </a:spcAft>
              <a:buSzPts val="2800"/>
              <a:buFont typeface="Montserrat"/>
              <a:buNone/>
              <a:defRPr>
                <a:latin typeface="Montserrat"/>
                <a:ea typeface="Montserrat"/>
                <a:cs typeface="Montserrat"/>
                <a:sym typeface="Montserrat"/>
              </a:defRPr>
            </a:lvl3pPr>
            <a:lvl4pPr lvl="3" algn="l">
              <a:lnSpc>
                <a:spcPct val="100000"/>
              </a:lnSpc>
              <a:spcBef>
                <a:spcPts val="0"/>
              </a:spcBef>
              <a:spcAft>
                <a:spcPts val="0"/>
              </a:spcAft>
              <a:buSzPts val="2800"/>
              <a:buFont typeface="Montserrat"/>
              <a:buNone/>
              <a:defRPr>
                <a:latin typeface="Montserrat"/>
                <a:ea typeface="Montserrat"/>
                <a:cs typeface="Montserrat"/>
                <a:sym typeface="Montserrat"/>
              </a:defRPr>
            </a:lvl4pPr>
            <a:lvl5pPr lvl="4" algn="l">
              <a:lnSpc>
                <a:spcPct val="100000"/>
              </a:lnSpc>
              <a:spcBef>
                <a:spcPts val="0"/>
              </a:spcBef>
              <a:spcAft>
                <a:spcPts val="0"/>
              </a:spcAft>
              <a:buSzPts val="2800"/>
              <a:buFont typeface="Montserrat"/>
              <a:buNone/>
              <a:defRPr>
                <a:latin typeface="Montserrat"/>
                <a:ea typeface="Montserrat"/>
                <a:cs typeface="Montserrat"/>
                <a:sym typeface="Montserrat"/>
              </a:defRPr>
            </a:lvl5pPr>
            <a:lvl6pPr lvl="5" algn="l">
              <a:lnSpc>
                <a:spcPct val="100000"/>
              </a:lnSpc>
              <a:spcBef>
                <a:spcPts val="0"/>
              </a:spcBef>
              <a:spcAft>
                <a:spcPts val="0"/>
              </a:spcAft>
              <a:buSzPts val="2800"/>
              <a:buFont typeface="Montserrat"/>
              <a:buNone/>
              <a:defRPr>
                <a:latin typeface="Montserrat"/>
                <a:ea typeface="Montserrat"/>
                <a:cs typeface="Montserrat"/>
                <a:sym typeface="Montserrat"/>
              </a:defRPr>
            </a:lvl6pPr>
            <a:lvl7pPr lvl="6" algn="l">
              <a:lnSpc>
                <a:spcPct val="100000"/>
              </a:lnSpc>
              <a:spcBef>
                <a:spcPts val="0"/>
              </a:spcBef>
              <a:spcAft>
                <a:spcPts val="0"/>
              </a:spcAft>
              <a:buSzPts val="2800"/>
              <a:buFont typeface="Montserrat"/>
              <a:buNone/>
              <a:defRPr>
                <a:latin typeface="Montserrat"/>
                <a:ea typeface="Montserrat"/>
                <a:cs typeface="Montserrat"/>
                <a:sym typeface="Montserrat"/>
              </a:defRPr>
            </a:lvl7pPr>
            <a:lvl8pPr lvl="7" algn="l">
              <a:lnSpc>
                <a:spcPct val="100000"/>
              </a:lnSpc>
              <a:spcBef>
                <a:spcPts val="0"/>
              </a:spcBef>
              <a:spcAft>
                <a:spcPts val="0"/>
              </a:spcAft>
              <a:buSzPts val="2800"/>
              <a:buFont typeface="Montserrat"/>
              <a:buNone/>
              <a:defRPr>
                <a:latin typeface="Montserrat"/>
                <a:ea typeface="Montserrat"/>
                <a:cs typeface="Montserrat"/>
                <a:sym typeface="Montserrat"/>
              </a:defRPr>
            </a:lvl8pPr>
            <a:lvl9pPr lvl="8" algn="l">
              <a:lnSpc>
                <a:spcPct val="100000"/>
              </a:lnSpc>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12" name="Google Shape;212;p38"/>
          <p:cNvSpPr txBox="1">
            <a:spLocks noGrp="1"/>
          </p:cNvSpPr>
          <p:nvPr>
            <p:ph type="subTitle" idx="1"/>
          </p:nvPr>
        </p:nvSpPr>
        <p:spPr>
          <a:xfrm>
            <a:off x="1454225" y="3391300"/>
            <a:ext cx="2261700" cy="40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a:endParaRPr/>
          </a:p>
        </p:txBody>
      </p:sp>
      <p:sp>
        <p:nvSpPr>
          <p:cNvPr id="213" name="Google Shape;213;p38"/>
          <p:cNvSpPr txBox="1">
            <a:spLocks noGrp="1"/>
          </p:cNvSpPr>
          <p:nvPr>
            <p:ph type="subTitle" idx="2"/>
          </p:nvPr>
        </p:nvSpPr>
        <p:spPr>
          <a:xfrm>
            <a:off x="1454225" y="3766750"/>
            <a:ext cx="2261700" cy="723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0"/>
              </a:spcBef>
              <a:spcAft>
                <a:spcPts val="0"/>
              </a:spcAft>
              <a:buSzPts val="1400"/>
              <a:buNone/>
              <a:defRPr sz="1400">
                <a:solidFill>
                  <a:schemeClr val="dk1"/>
                </a:solidFill>
              </a:defRPr>
            </a:lvl2pPr>
            <a:lvl3pPr lvl="2" algn="ctr">
              <a:lnSpc>
                <a:spcPct val="100000"/>
              </a:lnSpc>
              <a:spcBef>
                <a:spcPts val="0"/>
              </a:spcBef>
              <a:spcAft>
                <a:spcPts val="0"/>
              </a:spcAft>
              <a:buSzPts val="1400"/>
              <a:buNone/>
              <a:defRPr sz="1400">
                <a:solidFill>
                  <a:schemeClr val="dk1"/>
                </a:solidFill>
              </a:defRPr>
            </a:lvl3pPr>
            <a:lvl4pPr lvl="3" algn="ctr">
              <a:lnSpc>
                <a:spcPct val="100000"/>
              </a:lnSpc>
              <a:spcBef>
                <a:spcPts val="0"/>
              </a:spcBef>
              <a:spcAft>
                <a:spcPts val="0"/>
              </a:spcAft>
              <a:buSzPts val="1400"/>
              <a:buNone/>
              <a:defRPr sz="1400">
                <a:solidFill>
                  <a:schemeClr val="dk1"/>
                </a:solidFill>
              </a:defRPr>
            </a:lvl4pPr>
            <a:lvl5pPr lvl="4" algn="ctr">
              <a:lnSpc>
                <a:spcPct val="100000"/>
              </a:lnSpc>
              <a:spcBef>
                <a:spcPts val="0"/>
              </a:spcBef>
              <a:spcAft>
                <a:spcPts val="0"/>
              </a:spcAft>
              <a:buSzPts val="1400"/>
              <a:buNone/>
              <a:defRPr sz="1400">
                <a:solidFill>
                  <a:schemeClr val="dk1"/>
                </a:solidFill>
              </a:defRPr>
            </a:lvl5pPr>
            <a:lvl6pPr lvl="5" algn="ctr">
              <a:lnSpc>
                <a:spcPct val="100000"/>
              </a:lnSpc>
              <a:spcBef>
                <a:spcPts val="0"/>
              </a:spcBef>
              <a:spcAft>
                <a:spcPts val="0"/>
              </a:spcAft>
              <a:buSzPts val="1400"/>
              <a:buNone/>
              <a:defRPr sz="1400">
                <a:solidFill>
                  <a:schemeClr val="dk1"/>
                </a:solidFill>
              </a:defRPr>
            </a:lvl6pPr>
            <a:lvl7pPr lvl="6" algn="ctr">
              <a:lnSpc>
                <a:spcPct val="100000"/>
              </a:lnSpc>
              <a:spcBef>
                <a:spcPts val="0"/>
              </a:spcBef>
              <a:spcAft>
                <a:spcPts val="0"/>
              </a:spcAft>
              <a:buSzPts val="1400"/>
              <a:buNone/>
              <a:defRPr sz="1400">
                <a:solidFill>
                  <a:schemeClr val="dk1"/>
                </a:solidFill>
              </a:defRPr>
            </a:lvl7pPr>
            <a:lvl8pPr lvl="7" algn="ctr">
              <a:lnSpc>
                <a:spcPct val="100000"/>
              </a:lnSpc>
              <a:spcBef>
                <a:spcPts val="0"/>
              </a:spcBef>
              <a:spcAft>
                <a:spcPts val="0"/>
              </a:spcAft>
              <a:buSzPts val="1400"/>
              <a:buNone/>
              <a:defRPr sz="1400">
                <a:solidFill>
                  <a:schemeClr val="dk1"/>
                </a:solidFill>
              </a:defRPr>
            </a:lvl8pPr>
            <a:lvl9pPr lvl="8" algn="ctr">
              <a:lnSpc>
                <a:spcPct val="100000"/>
              </a:lnSpc>
              <a:spcBef>
                <a:spcPts val="0"/>
              </a:spcBef>
              <a:spcAft>
                <a:spcPts val="0"/>
              </a:spcAft>
              <a:buSzPts val="1400"/>
              <a:buNone/>
              <a:defRPr sz="1400">
                <a:solidFill>
                  <a:schemeClr val="dk1"/>
                </a:solidFill>
              </a:defRPr>
            </a:lvl9pPr>
          </a:lstStyle>
          <a:p>
            <a:endParaRPr/>
          </a:p>
        </p:txBody>
      </p:sp>
      <p:sp>
        <p:nvSpPr>
          <p:cNvPr id="214" name="Google Shape;214;p38"/>
          <p:cNvSpPr txBox="1">
            <a:spLocks noGrp="1"/>
          </p:cNvSpPr>
          <p:nvPr>
            <p:ph type="subTitle" idx="3"/>
          </p:nvPr>
        </p:nvSpPr>
        <p:spPr>
          <a:xfrm>
            <a:off x="5427875" y="3391300"/>
            <a:ext cx="2261700" cy="408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b="1">
                <a:solidFill>
                  <a:schemeClr val="accent1"/>
                </a:solidFill>
              </a:defRPr>
            </a:lvl1pPr>
            <a:lvl2pPr lvl="1" algn="ctr">
              <a:lnSpc>
                <a:spcPct val="100000"/>
              </a:lnSpc>
              <a:spcBef>
                <a:spcPts val="1600"/>
              </a:spcBef>
              <a:spcAft>
                <a:spcPts val="0"/>
              </a:spcAft>
              <a:buSzPts val="1400"/>
              <a:buNone/>
              <a:defRPr b="1">
                <a:solidFill>
                  <a:schemeClr val="accent1"/>
                </a:solidFill>
              </a:defRPr>
            </a:lvl2pPr>
            <a:lvl3pPr lvl="2" algn="ctr">
              <a:lnSpc>
                <a:spcPct val="100000"/>
              </a:lnSpc>
              <a:spcBef>
                <a:spcPts val="1600"/>
              </a:spcBef>
              <a:spcAft>
                <a:spcPts val="0"/>
              </a:spcAft>
              <a:buSzPts val="1400"/>
              <a:buNone/>
              <a:defRPr b="1">
                <a:solidFill>
                  <a:schemeClr val="accent1"/>
                </a:solidFill>
              </a:defRPr>
            </a:lvl3pPr>
            <a:lvl4pPr lvl="3" algn="ctr">
              <a:lnSpc>
                <a:spcPct val="100000"/>
              </a:lnSpc>
              <a:spcBef>
                <a:spcPts val="1600"/>
              </a:spcBef>
              <a:spcAft>
                <a:spcPts val="0"/>
              </a:spcAft>
              <a:buSzPts val="1400"/>
              <a:buNone/>
              <a:defRPr b="1">
                <a:solidFill>
                  <a:schemeClr val="accent1"/>
                </a:solidFill>
              </a:defRPr>
            </a:lvl4pPr>
            <a:lvl5pPr lvl="4" algn="ctr">
              <a:lnSpc>
                <a:spcPct val="100000"/>
              </a:lnSpc>
              <a:spcBef>
                <a:spcPts val="1600"/>
              </a:spcBef>
              <a:spcAft>
                <a:spcPts val="0"/>
              </a:spcAft>
              <a:buSzPts val="1400"/>
              <a:buNone/>
              <a:defRPr b="1">
                <a:solidFill>
                  <a:schemeClr val="accent1"/>
                </a:solidFill>
              </a:defRPr>
            </a:lvl5pPr>
            <a:lvl6pPr lvl="5" algn="ctr">
              <a:lnSpc>
                <a:spcPct val="100000"/>
              </a:lnSpc>
              <a:spcBef>
                <a:spcPts val="1600"/>
              </a:spcBef>
              <a:spcAft>
                <a:spcPts val="0"/>
              </a:spcAft>
              <a:buSzPts val="1400"/>
              <a:buNone/>
              <a:defRPr b="1">
                <a:solidFill>
                  <a:schemeClr val="accent1"/>
                </a:solidFill>
              </a:defRPr>
            </a:lvl6pPr>
            <a:lvl7pPr lvl="6" algn="ctr">
              <a:lnSpc>
                <a:spcPct val="100000"/>
              </a:lnSpc>
              <a:spcBef>
                <a:spcPts val="1600"/>
              </a:spcBef>
              <a:spcAft>
                <a:spcPts val="0"/>
              </a:spcAft>
              <a:buSzPts val="1400"/>
              <a:buNone/>
              <a:defRPr b="1">
                <a:solidFill>
                  <a:schemeClr val="accent1"/>
                </a:solidFill>
              </a:defRPr>
            </a:lvl7pPr>
            <a:lvl8pPr lvl="7" algn="ctr">
              <a:lnSpc>
                <a:spcPct val="100000"/>
              </a:lnSpc>
              <a:spcBef>
                <a:spcPts val="1600"/>
              </a:spcBef>
              <a:spcAft>
                <a:spcPts val="0"/>
              </a:spcAft>
              <a:buSzPts val="1400"/>
              <a:buNone/>
              <a:defRPr b="1">
                <a:solidFill>
                  <a:schemeClr val="accent1"/>
                </a:solidFill>
              </a:defRPr>
            </a:lvl8pPr>
            <a:lvl9pPr lvl="8" algn="ctr">
              <a:lnSpc>
                <a:spcPct val="100000"/>
              </a:lnSpc>
              <a:spcBef>
                <a:spcPts val="1600"/>
              </a:spcBef>
              <a:spcAft>
                <a:spcPts val="1600"/>
              </a:spcAft>
              <a:buSzPts val="1400"/>
              <a:buNone/>
              <a:defRPr b="1">
                <a:solidFill>
                  <a:schemeClr val="accent1"/>
                </a:solidFill>
              </a:defRPr>
            </a:lvl9pPr>
          </a:lstStyle>
          <a:p>
            <a:endParaRPr/>
          </a:p>
        </p:txBody>
      </p:sp>
      <p:sp>
        <p:nvSpPr>
          <p:cNvPr id="215" name="Google Shape;215;p38"/>
          <p:cNvSpPr txBox="1">
            <a:spLocks noGrp="1"/>
          </p:cNvSpPr>
          <p:nvPr>
            <p:ph type="subTitle" idx="4"/>
          </p:nvPr>
        </p:nvSpPr>
        <p:spPr>
          <a:xfrm>
            <a:off x="5427875" y="3766750"/>
            <a:ext cx="2261700" cy="723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0"/>
              </a:spcBef>
              <a:spcAft>
                <a:spcPts val="0"/>
              </a:spcAft>
              <a:buSzPts val="1400"/>
              <a:buNone/>
              <a:defRPr sz="1400">
                <a:solidFill>
                  <a:schemeClr val="dk1"/>
                </a:solidFill>
              </a:defRPr>
            </a:lvl2pPr>
            <a:lvl3pPr lvl="2" algn="ctr">
              <a:lnSpc>
                <a:spcPct val="100000"/>
              </a:lnSpc>
              <a:spcBef>
                <a:spcPts val="0"/>
              </a:spcBef>
              <a:spcAft>
                <a:spcPts val="0"/>
              </a:spcAft>
              <a:buSzPts val="1400"/>
              <a:buNone/>
              <a:defRPr sz="1400">
                <a:solidFill>
                  <a:schemeClr val="dk1"/>
                </a:solidFill>
              </a:defRPr>
            </a:lvl3pPr>
            <a:lvl4pPr lvl="3" algn="ctr">
              <a:lnSpc>
                <a:spcPct val="100000"/>
              </a:lnSpc>
              <a:spcBef>
                <a:spcPts val="0"/>
              </a:spcBef>
              <a:spcAft>
                <a:spcPts val="0"/>
              </a:spcAft>
              <a:buSzPts val="1400"/>
              <a:buNone/>
              <a:defRPr sz="1400">
                <a:solidFill>
                  <a:schemeClr val="dk1"/>
                </a:solidFill>
              </a:defRPr>
            </a:lvl4pPr>
            <a:lvl5pPr lvl="4" algn="ctr">
              <a:lnSpc>
                <a:spcPct val="100000"/>
              </a:lnSpc>
              <a:spcBef>
                <a:spcPts val="0"/>
              </a:spcBef>
              <a:spcAft>
                <a:spcPts val="0"/>
              </a:spcAft>
              <a:buSzPts val="1400"/>
              <a:buNone/>
              <a:defRPr sz="1400">
                <a:solidFill>
                  <a:schemeClr val="dk1"/>
                </a:solidFill>
              </a:defRPr>
            </a:lvl5pPr>
            <a:lvl6pPr lvl="5" algn="ctr">
              <a:lnSpc>
                <a:spcPct val="100000"/>
              </a:lnSpc>
              <a:spcBef>
                <a:spcPts val="0"/>
              </a:spcBef>
              <a:spcAft>
                <a:spcPts val="0"/>
              </a:spcAft>
              <a:buSzPts val="1400"/>
              <a:buNone/>
              <a:defRPr sz="1400">
                <a:solidFill>
                  <a:schemeClr val="dk1"/>
                </a:solidFill>
              </a:defRPr>
            </a:lvl6pPr>
            <a:lvl7pPr lvl="6" algn="ctr">
              <a:lnSpc>
                <a:spcPct val="100000"/>
              </a:lnSpc>
              <a:spcBef>
                <a:spcPts val="0"/>
              </a:spcBef>
              <a:spcAft>
                <a:spcPts val="0"/>
              </a:spcAft>
              <a:buSzPts val="1400"/>
              <a:buNone/>
              <a:defRPr sz="1400">
                <a:solidFill>
                  <a:schemeClr val="dk1"/>
                </a:solidFill>
              </a:defRPr>
            </a:lvl7pPr>
            <a:lvl8pPr lvl="7" algn="ctr">
              <a:lnSpc>
                <a:spcPct val="100000"/>
              </a:lnSpc>
              <a:spcBef>
                <a:spcPts val="0"/>
              </a:spcBef>
              <a:spcAft>
                <a:spcPts val="0"/>
              </a:spcAft>
              <a:buSzPts val="1400"/>
              <a:buNone/>
              <a:defRPr sz="1400">
                <a:solidFill>
                  <a:schemeClr val="dk1"/>
                </a:solidFill>
              </a:defRPr>
            </a:lvl8pPr>
            <a:lvl9pPr lvl="8" algn="ctr">
              <a:lnSpc>
                <a:spcPct val="100000"/>
              </a:lnSpc>
              <a:spcBef>
                <a:spcPts val="0"/>
              </a:spcBef>
              <a:spcAft>
                <a:spcPts val="0"/>
              </a:spcAft>
              <a:buSzPts val="1400"/>
              <a:buNone/>
              <a:defRPr sz="1400">
                <a:solidFill>
                  <a:schemeClr val="dk1"/>
                </a:solidFill>
              </a:defRPr>
            </a:lvl9pPr>
          </a:lstStyle>
          <a:p>
            <a:endParaRPr/>
          </a:p>
        </p:txBody>
      </p:sp>
      <p:sp>
        <p:nvSpPr>
          <p:cNvPr id="216" name="Google Shape;216;p38"/>
          <p:cNvSpPr/>
          <p:nvPr/>
        </p:nvSpPr>
        <p:spPr>
          <a:xfrm rot="5400000">
            <a:off x="-2131350" y="2050000"/>
            <a:ext cx="4572000" cy="3093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2">
  <p:cSld name="CUSTOM_10">
    <p:spTree>
      <p:nvGrpSpPr>
        <p:cNvPr id="1" name="Shape 217"/>
        <p:cNvGrpSpPr/>
        <p:nvPr/>
      </p:nvGrpSpPr>
      <p:grpSpPr>
        <a:xfrm>
          <a:off x="0" y="0"/>
          <a:ext cx="0" cy="0"/>
          <a:chOff x="0" y="0"/>
          <a:chExt cx="0" cy="0"/>
        </a:xfrm>
      </p:grpSpPr>
      <p:sp>
        <p:nvSpPr>
          <p:cNvPr id="218" name="Google Shape;218;p39"/>
          <p:cNvSpPr txBox="1">
            <a:spLocks noGrp="1"/>
          </p:cNvSpPr>
          <p:nvPr>
            <p:ph type="title"/>
          </p:nvPr>
        </p:nvSpPr>
        <p:spPr>
          <a:xfrm>
            <a:off x="3730075" y="1631700"/>
            <a:ext cx="4700700" cy="1090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accent1"/>
              </a:buClr>
              <a:buSzPts val="2800"/>
              <a:buNone/>
              <a:defRPr sz="3000">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9" name="Google Shape;219;p39"/>
          <p:cNvSpPr txBox="1">
            <a:spLocks noGrp="1"/>
          </p:cNvSpPr>
          <p:nvPr>
            <p:ph type="subTitle" idx="1"/>
          </p:nvPr>
        </p:nvSpPr>
        <p:spPr>
          <a:xfrm>
            <a:off x="3730075" y="2726700"/>
            <a:ext cx="4700700" cy="861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a:endParaRPr/>
          </a:p>
        </p:txBody>
      </p:sp>
      <p:sp>
        <p:nvSpPr>
          <p:cNvPr id="220" name="Google Shape;220;p39"/>
          <p:cNvSpPr/>
          <p:nvPr/>
        </p:nvSpPr>
        <p:spPr>
          <a:xfrm rot="10800000" flipH="1">
            <a:off x="2110925"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9"/>
          <p:cNvSpPr/>
          <p:nvPr/>
        </p:nvSpPr>
        <p:spPr>
          <a:xfrm rot="10800000" flipH="1">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1">
  <p:cSld name="CAPTION_ONLY_1">
    <p:spTree>
      <p:nvGrpSpPr>
        <p:cNvPr id="1" name="Shape 222"/>
        <p:cNvGrpSpPr/>
        <p:nvPr/>
      </p:nvGrpSpPr>
      <p:grpSpPr>
        <a:xfrm>
          <a:off x="0" y="0"/>
          <a:ext cx="0" cy="0"/>
          <a:chOff x="0" y="0"/>
          <a:chExt cx="0" cy="0"/>
        </a:xfrm>
      </p:grpSpPr>
      <p:sp>
        <p:nvSpPr>
          <p:cNvPr id="223" name="Google Shape;223;p40"/>
          <p:cNvSpPr txBox="1">
            <a:spLocks noGrp="1"/>
          </p:cNvSpPr>
          <p:nvPr>
            <p:ph type="title"/>
          </p:nvPr>
        </p:nvSpPr>
        <p:spPr>
          <a:xfrm>
            <a:off x="311700" y="437225"/>
            <a:ext cx="8520600" cy="70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Font typeface="Patua One"/>
              <a:buNone/>
              <a:defRPr sz="3000">
                <a:latin typeface="Patua One"/>
                <a:ea typeface="Patua One"/>
                <a:cs typeface="Patua One"/>
                <a:sym typeface="Patua 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4" name="Google Shape;224;p40"/>
          <p:cNvSpPr/>
          <p:nvPr/>
        </p:nvSpPr>
        <p:spPr>
          <a:xfrm rot="10800000">
            <a:off x="7317600" y="0"/>
            <a:ext cx="1826400" cy="1826400"/>
          </a:xfrm>
          <a:prstGeom prst="rtTriangl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8"/>
        <p:cNvGrpSpPr/>
        <p:nvPr/>
      </p:nvGrpSpPr>
      <p:grpSpPr>
        <a:xfrm>
          <a:off x="0" y="0"/>
          <a:ext cx="0" cy="0"/>
          <a:chOff x="0" y="0"/>
          <a:chExt cx="0" cy="0"/>
        </a:xfrm>
      </p:grpSpPr>
      <p:sp>
        <p:nvSpPr>
          <p:cNvPr id="229" name="Google Shape;229;p42"/>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0"/>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1"/>
        <p:cNvGrpSpPr/>
        <p:nvPr/>
      </p:nvGrpSpPr>
      <p:grpSpPr>
        <a:xfrm>
          <a:off x="0" y="0"/>
          <a:ext cx="0" cy="0"/>
          <a:chOff x="0" y="0"/>
          <a:chExt cx="0" cy="0"/>
        </a:xfrm>
      </p:grpSpPr>
      <p:sp>
        <p:nvSpPr>
          <p:cNvPr id="232" name="Google Shape;232;p44"/>
          <p:cNvSpPr/>
          <p:nvPr/>
        </p:nvSpPr>
        <p:spPr>
          <a:xfrm>
            <a:off x="-27350" y="-16675"/>
            <a:ext cx="9206300" cy="5191375"/>
          </a:xfrm>
          <a:custGeom>
            <a:avLst/>
            <a:gdLst/>
            <a:ahLst/>
            <a:cxnLst/>
            <a:rect l="l" t="t" r="r" b="b"/>
            <a:pathLst>
              <a:path w="368252" h="207655" extrusionOk="0">
                <a:moveTo>
                  <a:pt x="0" y="206561"/>
                </a:moveTo>
                <a:lnTo>
                  <a:pt x="367705" y="0"/>
                </a:lnTo>
                <a:lnTo>
                  <a:pt x="368252" y="207655"/>
                </a:lnTo>
                <a:close/>
              </a:path>
            </a:pathLst>
          </a:custGeom>
          <a:solidFill>
            <a:schemeClr val="accent4"/>
          </a:solidFill>
          <a:ln>
            <a:noFill/>
          </a:ln>
        </p:spPr>
      </p:sp>
      <p:sp>
        <p:nvSpPr>
          <p:cNvPr id="233" name="Google Shape;233;p44"/>
          <p:cNvSpPr txBox="1">
            <a:spLocks noGrp="1"/>
          </p:cNvSpPr>
          <p:nvPr>
            <p:ph type="ctrTitle"/>
          </p:nvPr>
        </p:nvSpPr>
        <p:spPr>
          <a:xfrm>
            <a:off x="5014500" y="1334400"/>
            <a:ext cx="4266000" cy="93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7200"/>
              <a:buNone/>
              <a:defRPr sz="7200"/>
            </a:lvl1pPr>
            <a:lvl2pPr lvl="1" algn="l">
              <a:lnSpc>
                <a:spcPct val="100000"/>
              </a:lnSpc>
              <a:spcBef>
                <a:spcPts val="0"/>
              </a:spcBef>
              <a:spcAft>
                <a:spcPts val="0"/>
              </a:spcAft>
              <a:buSzPts val="7200"/>
              <a:buNone/>
              <a:defRPr sz="7200"/>
            </a:lvl2pPr>
            <a:lvl3pPr lvl="2" algn="l">
              <a:lnSpc>
                <a:spcPct val="100000"/>
              </a:lnSpc>
              <a:spcBef>
                <a:spcPts val="0"/>
              </a:spcBef>
              <a:spcAft>
                <a:spcPts val="0"/>
              </a:spcAft>
              <a:buSzPts val="7200"/>
              <a:buNone/>
              <a:defRPr sz="7200"/>
            </a:lvl3pPr>
            <a:lvl4pPr lvl="3" algn="l">
              <a:lnSpc>
                <a:spcPct val="100000"/>
              </a:lnSpc>
              <a:spcBef>
                <a:spcPts val="0"/>
              </a:spcBef>
              <a:spcAft>
                <a:spcPts val="0"/>
              </a:spcAft>
              <a:buSzPts val="7200"/>
              <a:buNone/>
              <a:defRPr sz="7200"/>
            </a:lvl4pPr>
            <a:lvl5pPr lvl="4" algn="l">
              <a:lnSpc>
                <a:spcPct val="100000"/>
              </a:lnSpc>
              <a:spcBef>
                <a:spcPts val="0"/>
              </a:spcBef>
              <a:spcAft>
                <a:spcPts val="0"/>
              </a:spcAft>
              <a:buSzPts val="7200"/>
              <a:buNone/>
              <a:defRPr sz="7200"/>
            </a:lvl5pPr>
            <a:lvl6pPr lvl="5" algn="l">
              <a:lnSpc>
                <a:spcPct val="100000"/>
              </a:lnSpc>
              <a:spcBef>
                <a:spcPts val="0"/>
              </a:spcBef>
              <a:spcAft>
                <a:spcPts val="0"/>
              </a:spcAft>
              <a:buSzPts val="7200"/>
              <a:buNone/>
              <a:defRPr sz="7200"/>
            </a:lvl6pPr>
            <a:lvl7pPr lvl="6" algn="l">
              <a:lnSpc>
                <a:spcPct val="100000"/>
              </a:lnSpc>
              <a:spcBef>
                <a:spcPts val="0"/>
              </a:spcBef>
              <a:spcAft>
                <a:spcPts val="0"/>
              </a:spcAft>
              <a:buSzPts val="7200"/>
              <a:buNone/>
              <a:defRPr sz="7200"/>
            </a:lvl7pPr>
            <a:lvl8pPr lvl="7" algn="l">
              <a:lnSpc>
                <a:spcPct val="100000"/>
              </a:lnSpc>
              <a:spcBef>
                <a:spcPts val="0"/>
              </a:spcBef>
              <a:spcAft>
                <a:spcPts val="0"/>
              </a:spcAft>
              <a:buSzPts val="7200"/>
              <a:buNone/>
              <a:defRPr sz="7200"/>
            </a:lvl8pPr>
            <a:lvl9pPr lvl="8" algn="l">
              <a:lnSpc>
                <a:spcPct val="100000"/>
              </a:lnSpc>
              <a:spcBef>
                <a:spcPts val="0"/>
              </a:spcBef>
              <a:spcAft>
                <a:spcPts val="0"/>
              </a:spcAft>
              <a:buSzPts val="7200"/>
              <a:buNone/>
              <a:defRPr sz="7200"/>
            </a:lvl9pPr>
          </a:lstStyle>
          <a:p>
            <a:endParaRPr/>
          </a:p>
        </p:txBody>
      </p:sp>
      <p:sp>
        <p:nvSpPr>
          <p:cNvPr id="234" name="Google Shape;234;p44"/>
          <p:cNvSpPr txBox="1">
            <a:spLocks noGrp="1"/>
          </p:cNvSpPr>
          <p:nvPr>
            <p:ph type="subTitle" idx="1"/>
          </p:nvPr>
        </p:nvSpPr>
        <p:spPr>
          <a:xfrm>
            <a:off x="5014500" y="3291325"/>
            <a:ext cx="31575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8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235" name="Google Shape;235;p44"/>
          <p:cNvSpPr txBox="1">
            <a:spLocks noGrp="1"/>
          </p:cNvSpPr>
          <p:nvPr>
            <p:ph type="ctrTitle" idx="2"/>
          </p:nvPr>
        </p:nvSpPr>
        <p:spPr>
          <a:xfrm>
            <a:off x="5014500" y="2044800"/>
            <a:ext cx="4266000" cy="939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6"/>
        <p:cNvGrpSpPr/>
        <p:nvPr/>
      </p:nvGrpSpPr>
      <p:grpSpPr>
        <a:xfrm>
          <a:off x="0" y="0"/>
          <a:ext cx="0" cy="0"/>
          <a:chOff x="0" y="0"/>
          <a:chExt cx="0" cy="0"/>
        </a:xfrm>
      </p:grpSpPr>
      <p:sp>
        <p:nvSpPr>
          <p:cNvPr id="237" name="Google Shape;237;p45"/>
          <p:cNvSpPr/>
          <p:nvPr/>
        </p:nvSpPr>
        <p:spPr>
          <a:xfrm>
            <a:off x="0" y="-13675"/>
            <a:ext cx="5998500" cy="51573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45"/>
          <p:cNvSpPr txBox="1">
            <a:spLocks noGrp="1"/>
          </p:cNvSpPr>
          <p:nvPr>
            <p:ph type="title"/>
          </p:nvPr>
        </p:nvSpPr>
        <p:spPr>
          <a:xfrm>
            <a:off x="792225" y="2379450"/>
            <a:ext cx="41424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239" name="Google Shape;239;p45"/>
          <p:cNvSpPr txBox="1">
            <a:spLocks noGrp="1"/>
          </p:cNvSpPr>
          <p:nvPr>
            <p:ph type="subTitle" idx="1"/>
          </p:nvPr>
        </p:nvSpPr>
        <p:spPr>
          <a:xfrm>
            <a:off x="792225" y="3291025"/>
            <a:ext cx="34647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240" name="Google Shape;240;p45"/>
          <p:cNvSpPr txBox="1">
            <a:spLocks noGrp="1"/>
          </p:cNvSpPr>
          <p:nvPr>
            <p:ph type="title" idx="2"/>
          </p:nvPr>
        </p:nvSpPr>
        <p:spPr>
          <a:xfrm>
            <a:off x="792225" y="963550"/>
            <a:ext cx="3464700" cy="1282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1"/>
        <p:cNvGrpSpPr/>
        <p:nvPr/>
      </p:nvGrpSpPr>
      <p:grpSpPr>
        <a:xfrm>
          <a:off x="0" y="0"/>
          <a:ext cx="0" cy="0"/>
          <a:chOff x="0" y="0"/>
          <a:chExt cx="0" cy="0"/>
        </a:xfrm>
      </p:grpSpPr>
      <p:sp>
        <p:nvSpPr>
          <p:cNvPr id="242" name="Google Shape;242;p46"/>
          <p:cNvSpPr/>
          <p:nvPr/>
        </p:nvSpPr>
        <p:spPr>
          <a:xfrm flipH="1">
            <a:off x="-27350" y="-16675"/>
            <a:ext cx="9206300" cy="5191375"/>
          </a:xfrm>
          <a:custGeom>
            <a:avLst/>
            <a:gdLst/>
            <a:ahLst/>
            <a:cxnLst/>
            <a:rect l="l" t="t" r="r" b="b"/>
            <a:pathLst>
              <a:path w="368252" h="207655" extrusionOk="0">
                <a:moveTo>
                  <a:pt x="0" y="206561"/>
                </a:moveTo>
                <a:lnTo>
                  <a:pt x="367705" y="0"/>
                </a:lnTo>
                <a:lnTo>
                  <a:pt x="368252" y="207655"/>
                </a:lnTo>
                <a:close/>
              </a:path>
            </a:pathLst>
          </a:custGeom>
          <a:solidFill>
            <a:schemeClr val="accent4"/>
          </a:solidFill>
          <a:ln>
            <a:noFill/>
          </a:ln>
        </p:spPr>
      </p:sp>
      <p:sp>
        <p:nvSpPr>
          <p:cNvPr id="243" name="Google Shape;243;p46"/>
          <p:cNvSpPr txBox="1">
            <a:spLocks noGrp="1"/>
          </p:cNvSpPr>
          <p:nvPr>
            <p:ph type="body" idx="1"/>
          </p:nvPr>
        </p:nvSpPr>
        <p:spPr>
          <a:xfrm>
            <a:off x="504450" y="1040975"/>
            <a:ext cx="7359300" cy="3528000"/>
          </a:xfrm>
          <a:prstGeom prst="rect">
            <a:avLst/>
          </a:prstGeom>
          <a:noFill/>
          <a:ln>
            <a:noFill/>
          </a:ln>
        </p:spPr>
        <p:txBody>
          <a:bodyPr spcFirstLastPara="1" wrap="square" lIns="91425" tIns="91425" rIns="91425" bIns="91425" anchor="t" anchorCtr="0">
            <a:noAutofit/>
          </a:bodyPr>
          <a:lstStyle>
            <a:lvl1pPr marL="457200" lvl="0" indent="-307975" algn="l">
              <a:lnSpc>
                <a:spcPct val="100000"/>
              </a:lnSpc>
              <a:spcBef>
                <a:spcPts val="0"/>
              </a:spcBef>
              <a:spcAft>
                <a:spcPts val="0"/>
              </a:spcAft>
              <a:buSzPts val="1250"/>
              <a:buChar char="●"/>
              <a:defRPr sz="1250"/>
            </a:lvl1pPr>
            <a:lvl2pPr marL="914400" lvl="1" indent="-307975" algn="l">
              <a:lnSpc>
                <a:spcPct val="100000"/>
              </a:lnSpc>
              <a:spcBef>
                <a:spcPts val="1600"/>
              </a:spcBef>
              <a:spcAft>
                <a:spcPts val="0"/>
              </a:spcAft>
              <a:buSzPts val="1250"/>
              <a:buChar char="○"/>
              <a:defRPr sz="1250"/>
            </a:lvl2pPr>
            <a:lvl3pPr marL="1371600" lvl="2" indent="-307975" algn="l">
              <a:lnSpc>
                <a:spcPct val="100000"/>
              </a:lnSpc>
              <a:spcBef>
                <a:spcPts val="1600"/>
              </a:spcBef>
              <a:spcAft>
                <a:spcPts val="0"/>
              </a:spcAft>
              <a:buSzPts val="1250"/>
              <a:buChar char="■"/>
              <a:defRPr sz="1250"/>
            </a:lvl3pPr>
            <a:lvl4pPr marL="1828800" lvl="3" indent="-307975" algn="l">
              <a:lnSpc>
                <a:spcPct val="100000"/>
              </a:lnSpc>
              <a:spcBef>
                <a:spcPts val="1600"/>
              </a:spcBef>
              <a:spcAft>
                <a:spcPts val="0"/>
              </a:spcAft>
              <a:buSzPts val="1250"/>
              <a:buChar char="●"/>
              <a:defRPr sz="1250"/>
            </a:lvl4pPr>
            <a:lvl5pPr marL="2286000" lvl="4" indent="-307975" algn="l">
              <a:lnSpc>
                <a:spcPct val="100000"/>
              </a:lnSpc>
              <a:spcBef>
                <a:spcPts val="1600"/>
              </a:spcBef>
              <a:spcAft>
                <a:spcPts val="0"/>
              </a:spcAft>
              <a:buSzPts val="1250"/>
              <a:buChar char="○"/>
              <a:defRPr sz="1250"/>
            </a:lvl5pPr>
            <a:lvl6pPr marL="2743200" lvl="5" indent="-307975" algn="l">
              <a:lnSpc>
                <a:spcPct val="100000"/>
              </a:lnSpc>
              <a:spcBef>
                <a:spcPts val="1600"/>
              </a:spcBef>
              <a:spcAft>
                <a:spcPts val="0"/>
              </a:spcAft>
              <a:buSzPts val="1250"/>
              <a:buChar char="■"/>
              <a:defRPr sz="1250"/>
            </a:lvl6pPr>
            <a:lvl7pPr marL="3200400" lvl="6" indent="-307975" algn="l">
              <a:lnSpc>
                <a:spcPct val="100000"/>
              </a:lnSpc>
              <a:spcBef>
                <a:spcPts val="1600"/>
              </a:spcBef>
              <a:spcAft>
                <a:spcPts val="0"/>
              </a:spcAft>
              <a:buSzPts val="1250"/>
              <a:buChar char="●"/>
              <a:defRPr sz="1250"/>
            </a:lvl7pPr>
            <a:lvl8pPr marL="3657600" lvl="7" indent="-307975" algn="l">
              <a:lnSpc>
                <a:spcPct val="100000"/>
              </a:lnSpc>
              <a:spcBef>
                <a:spcPts val="1600"/>
              </a:spcBef>
              <a:spcAft>
                <a:spcPts val="0"/>
              </a:spcAft>
              <a:buSzPts val="1250"/>
              <a:buChar char="○"/>
              <a:defRPr sz="1250"/>
            </a:lvl8pPr>
            <a:lvl9pPr marL="4114800" lvl="8" indent="-307975" algn="l">
              <a:lnSpc>
                <a:spcPct val="100000"/>
              </a:lnSpc>
              <a:spcBef>
                <a:spcPts val="1600"/>
              </a:spcBef>
              <a:spcAft>
                <a:spcPts val="1600"/>
              </a:spcAft>
              <a:buSzPts val="1250"/>
              <a:buChar char="■"/>
              <a:defRPr sz="1250"/>
            </a:lvl9pPr>
          </a:lstStyle>
          <a:p>
            <a:endParaRPr/>
          </a:p>
        </p:txBody>
      </p:sp>
      <p:sp>
        <p:nvSpPr>
          <p:cNvPr id="244" name="Google Shape;244;p46"/>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5"/>
        <p:cNvGrpSpPr/>
        <p:nvPr/>
      </p:nvGrpSpPr>
      <p:grpSpPr>
        <a:xfrm>
          <a:off x="0" y="0"/>
          <a:ext cx="0" cy="0"/>
          <a:chOff x="0" y="0"/>
          <a:chExt cx="0" cy="0"/>
        </a:xfrm>
      </p:grpSpPr>
      <p:sp>
        <p:nvSpPr>
          <p:cNvPr id="246" name="Google Shape;246;p47"/>
          <p:cNvSpPr txBox="1">
            <a:spLocks noGrp="1"/>
          </p:cNvSpPr>
          <p:nvPr>
            <p:ph type="body" idx="1"/>
          </p:nvPr>
        </p:nvSpPr>
        <p:spPr>
          <a:xfrm>
            <a:off x="592800" y="1131050"/>
            <a:ext cx="3735900" cy="3438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17500" algn="l">
              <a:lnSpc>
                <a:spcPct val="100000"/>
              </a:lnSpc>
              <a:spcBef>
                <a:spcPts val="1600"/>
              </a:spcBef>
              <a:spcAft>
                <a:spcPts val="0"/>
              </a:spcAft>
              <a:buSzPts val="1400"/>
              <a:buChar char="○"/>
              <a:defRPr/>
            </a:lvl2pPr>
            <a:lvl3pPr marL="1371600" lvl="2" indent="-317500" algn="l">
              <a:lnSpc>
                <a:spcPct val="100000"/>
              </a:lnSpc>
              <a:spcBef>
                <a:spcPts val="1600"/>
              </a:spcBef>
              <a:spcAft>
                <a:spcPts val="0"/>
              </a:spcAft>
              <a:buSzPts val="1400"/>
              <a:buChar char="■"/>
              <a:defRPr/>
            </a:lvl3pPr>
            <a:lvl4pPr marL="1828800" lvl="3" indent="-317500" algn="l">
              <a:lnSpc>
                <a:spcPct val="100000"/>
              </a:lnSpc>
              <a:spcBef>
                <a:spcPts val="1600"/>
              </a:spcBef>
              <a:spcAft>
                <a:spcPts val="0"/>
              </a:spcAft>
              <a:buSzPts val="1400"/>
              <a:buChar char="●"/>
              <a:defRPr/>
            </a:lvl4pPr>
            <a:lvl5pPr marL="2286000" lvl="4" indent="-317500" algn="l">
              <a:lnSpc>
                <a:spcPct val="100000"/>
              </a:lnSpc>
              <a:spcBef>
                <a:spcPts val="1600"/>
              </a:spcBef>
              <a:spcAft>
                <a:spcPts val="0"/>
              </a:spcAft>
              <a:buSzPts val="1400"/>
              <a:buChar char="○"/>
              <a:defRPr/>
            </a:lvl5pPr>
            <a:lvl6pPr marL="2743200" lvl="5" indent="-317500" algn="l">
              <a:lnSpc>
                <a:spcPct val="100000"/>
              </a:lnSpc>
              <a:spcBef>
                <a:spcPts val="1600"/>
              </a:spcBef>
              <a:spcAft>
                <a:spcPts val="0"/>
              </a:spcAft>
              <a:buSzPts val="1400"/>
              <a:buChar char="■"/>
              <a:defRPr/>
            </a:lvl6pPr>
            <a:lvl7pPr marL="3200400" lvl="6" indent="-317500" algn="l">
              <a:lnSpc>
                <a:spcPct val="100000"/>
              </a:lnSpc>
              <a:spcBef>
                <a:spcPts val="1600"/>
              </a:spcBef>
              <a:spcAft>
                <a:spcPts val="0"/>
              </a:spcAft>
              <a:buSzPts val="1400"/>
              <a:buChar char="●"/>
              <a:defRPr/>
            </a:lvl7pPr>
            <a:lvl8pPr marL="3657600" lvl="7" indent="-317500" algn="l">
              <a:lnSpc>
                <a:spcPct val="100000"/>
              </a:lnSpc>
              <a:spcBef>
                <a:spcPts val="1600"/>
              </a:spcBef>
              <a:spcAft>
                <a:spcPts val="0"/>
              </a:spcAft>
              <a:buSzPts val="1400"/>
              <a:buChar char="○"/>
              <a:defRPr/>
            </a:lvl8pPr>
            <a:lvl9pPr marL="4114800" lvl="8" indent="-317500" algn="l">
              <a:lnSpc>
                <a:spcPct val="100000"/>
              </a:lnSpc>
              <a:spcBef>
                <a:spcPts val="1600"/>
              </a:spcBef>
              <a:spcAft>
                <a:spcPts val="1600"/>
              </a:spcAft>
              <a:buSzPts val="1400"/>
              <a:buChar char="■"/>
              <a:defRPr/>
            </a:lvl9pPr>
          </a:lstStyle>
          <a:p>
            <a:endParaRPr/>
          </a:p>
        </p:txBody>
      </p:sp>
      <p:sp>
        <p:nvSpPr>
          <p:cNvPr id="247" name="Google Shape;247;p47"/>
          <p:cNvSpPr txBox="1">
            <a:spLocks noGrp="1"/>
          </p:cNvSpPr>
          <p:nvPr>
            <p:ph type="body" idx="2"/>
          </p:nvPr>
        </p:nvSpPr>
        <p:spPr>
          <a:xfrm>
            <a:off x="4815290" y="1131050"/>
            <a:ext cx="3735900" cy="3438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17500" algn="l">
              <a:lnSpc>
                <a:spcPct val="100000"/>
              </a:lnSpc>
              <a:spcBef>
                <a:spcPts val="1600"/>
              </a:spcBef>
              <a:spcAft>
                <a:spcPts val="0"/>
              </a:spcAft>
              <a:buSzPts val="1400"/>
              <a:buChar char="○"/>
              <a:defRPr/>
            </a:lvl2pPr>
            <a:lvl3pPr marL="1371600" lvl="2" indent="-317500" algn="l">
              <a:lnSpc>
                <a:spcPct val="100000"/>
              </a:lnSpc>
              <a:spcBef>
                <a:spcPts val="1600"/>
              </a:spcBef>
              <a:spcAft>
                <a:spcPts val="0"/>
              </a:spcAft>
              <a:buSzPts val="1400"/>
              <a:buChar char="■"/>
              <a:defRPr/>
            </a:lvl3pPr>
            <a:lvl4pPr marL="1828800" lvl="3" indent="-317500" algn="l">
              <a:lnSpc>
                <a:spcPct val="100000"/>
              </a:lnSpc>
              <a:spcBef>
                <a:spcPts val="1600"/>
              </a:spcBef>
              <a:spcAft>
                <a:spcPts val="0"/>
              </a:spcAft>
              <a:buSzPts val="1400"/>
              <a:buChar char="●"/>
              <a:defRPr/>
            </a:lvl4pPr>
            <a:lvl5pPr marL="2286000" lvl="4" indent="-317500" algn="l">
              <a:lnSpc>
                <a:spcPct val="100000"/>
              </a:lnSpc>
              <a:spcBef>
                <a:spcPts val="1600"/>
              </a:spcBef>
              <a:spcAft>
                <a:spcPts val="0"/>
              </a:spcAft>
              <a:buSzPts val="1400"/>
              <a:buChar char="○"/>
              <a:defRPr/>
            </a:lvl5pPr>
            <a:lvl6pPr marL="2743200" lvl="5" indent="-317500" algn="l">
              <a:lnSpc>
                <a:spcPct val="100000"/>
              </a:lnSpc>
              <a:spcBef>
                <a:spcPts val="1600"/>
              </a:spcBef>
              <a:spcAft>
                <a:spcPts val="0"/>
              </a:spcAft>
              <a:buSzPts val="1400"/>
              <a:buChar char="■"/>
              <a:defRPr/>
            </a:lvl6pPr>
            <a:lvl7pPr marL="3200400" lvl="6" indent="-317500" algn="l">
              <a:lnSpc>
                <a:spcPct val="100000"/>
              </a:lnSpc>
              <a:spcBef>
                <a:spcPts val="1600"/>
              </a:spcBef>
              <a:spcAft>
                <a:spcPts val="0"/>
              </a:spcAft>
              <a:buSzPts val="1400"/>
              <a:buChar char="●"/>
              <a:defRPr/>
            </a:lvl7pPr>
            <a:lvl8pPr marL="3657600" lvl="7" indent="-317500" algn="l">
              <a:lnSpc>
                <a:spcPct val="100000"/>
              </a:lnSpc>
              <a:spcBef>
                <a:spcPts val="1600"/>
              </a:spcBef>
              <a:spcAft>
                <a:spcPts val="0"/>
              </a:spcAft>
              <a:buSzPts val="1400"/>
              <a:buChar char="○"/>
              <a:defRPr/>
            </a:lvl8pPr>
            <a:lvl9pPr marL="4114800" lvl="8" indent="-317500" algn="l">
              <a:lnSpc>
                <a:spcPct val="100000"/>
              </a:lnSpc>
              <a:spcBef>
                <a:spcPts val="1600"/>
              </a:spcBef>
              <a:spcAft>
                <a:spcPts val="1600"/>
              </a:spcAft>
              <a:buSzPts val="1400"/>
              <a:buChar char="■"/>
              <a:defRPr/>
            </a:lvl9pPr>
          </a:lstStyle>
          <a:p>
            <a:endParaRPr/>
          </a:p>
        </p:txBody>
      </p:sp>
      <p:sp>
        <p:nvSpPr>
          <p:cNvPr id="248" name="Google Shape;248;p47"/>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9"/>
        <p:cNvGrpSpPr/>
        <p:nvPr/>
      </p:nvGrpSpPr>
      <p:grpSpPr>
        <a:xfrm>
          <a:off x="0" y="0"/>
          <a:ext cx="0" cy="0"/>
          <a:chOff x="0" y="0"/>
          <a:chExt cx="0" cy="0"/>
        </a:xfrm>
      </p:grpSpPr>
      <p:sp>
        <p:nvSpPr>
          <p:cNvPr id="250" name="Google Shape;250;p48"/>
          <p:cNvSpPr/>
          <p:nvPr/>
        </p:nvSpPr>
        <p:spPr>
          <a:xfrm>
            <a:off x="-17225" y="1378500"/>
            <a:ext cx="6616800" cy="37650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48"/>
          <p:cNvSpPr txBox="1">
            <a:spLocks noGrp="1"/>
          </p:cNvSpPr>
          <p:nvPr>
            <p:ph type="body" idx="1"/>
          </p:nvPr>
        </p:nvSpPr>
        <p:spPr>
          <a:xfrm>
            <a:off x="1212500" y="1803975"/>
            <a:ext cx="3273600" cy="24579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1600"/>
              </a:spcBef>
              <a:spcAft>
                <a:spcPts val="0"/>
              </a:spcAft>
              <a:buSzPts val="1600"/>
              <a:buChar char="○"/>
              <a:defRPr sz="1600"/>
            </a:lvl2pPr>
            <a:lvl3pPr marL="1371600" lvl="2" indent="-330200" algn="l">
              <a:lnSpc>
                <a:spcPct val="100000"/>
              </a:lnSpc>
              <a:spcBef>
                <a:spcPts val="1600"/>
              </a:spcBef>
              <a:spcAft>
                <a:spcPts val="0"/>
              </a:spcAft>
              <a:buSzPts val="1600"/>
              <a:buChar char="■"/>
              <a:defRPr sz="1600"/>
            </a:lvl3pPr>
            <a:lvl4pPr marL="1828800" lvl="3" indent="-330200" algn="l">
              <a:lnSpc>
                <a:spcPct val="100000"/>
              </a:lnSpc>
              <a:spcBef>
                <a:spcPts val="1600"/>
              </a:spcBef>
              <a:spcAft>
                <a:spcPts val="0"/>
              </a:spcAft>
              <a:buSzPts val="1600"/>
              <a:buChar char="●"/>
              <a:defRPr sz="1600"/>
            </a:lvl4pPr>
            <a:lvl5pPr marL="2286000" lvl="4" indent="-330200" algn="l">
              <a:lnSpc>
                <a:spcPct val="100000"/>
              </a:lnSpc>
              <a:spcBef>
                <a:spcPts val="1600"/>
              </a:spcBef>
              <a:spcAft>
                <a:spcPts val="0"/>
              </a:spcAft>
              <a:buSzPts val="1600"/>
              <a:buChar char="○"/>
              <a:defRPr sz="1600"/>
            </a:lvl5pPr>
            <a:lvl6pPr marL="2743200" lvl="5" indent="-330200" algn="l">
              <a:lnSpc>
                <a:spcPct val="100000"/>
              </a:lnSpc>
              <a:spcBef>
                <a:spcPts val="1600"/>
              </a:spcBef>
              <a:spcAft>
                <a:spcPts val="0"/>
              </a:spcAft>
              <a:buSzPts val="1600"/>
              <a:buChar char="■"/>
              <a:defRPr sz="1600"/>
            </a:lvl6pPr>
            <a:lvl7pPr marL="3200400" lvl="6" indent="-330200" algn="l">
              <a:lnSpc>
                <a:spcPct val="100000"/>
              </a:lnSpc>
              <a:spcBef>
                <a:spcPts val="1600"/>
              </a:spcBef>
              <a:spcAft>
                <a:spcPts val="0"/>
              </a:spcAft>
              <a:buSzPts val="1600"/>
              <a:buChar char="●"/>
              <a:defRPr sz="1600"/>
            </a:lvl7pPr>
            <a:lvl8pPr marL="3657600" lvl="7" indent="-330200" algn="l">
              <a:lnSpc>
                <a:spcPct val="100000"/>
              </a:lnSpc>
              <a:spcBef>
                <a:spcPts val="1600"/>
              </a:spcBef>
              <a:spcAft>
                <a:spcPts val="0"/>
              </a:spcAft>
              <a:buSzPts val="1600"/>
              <a:buChar char="○"/>
              <a:defRPr sz="1600"/>
            </a:lvl8pPr>
            <a:lvl9pPr marL="4114800" lvl="8" indent="-330200" algn="l">
              <a:lnSpc>
                <a:spcPct val="100000"/>
              </a:lnSpc>
              <a:spcBef>
                <a:spcPts val="1600"/>
              </a:spcBef>
              <a:spcAft>
                <a:spcPts val="1600"/>
              </a:spcAft>
              <a:buSzPts val="1600"/>
              <a:buChar char="■"/>
              <a:defRPr sz="1600"/>
            </a:lvl9pPr>
          </a:lstStyle>
          <a:p>
            <a:endParaRPr/>
          </a:p>
        </p:txBody>
      </p:sp>
      <p:sp>
        <p:nvSpPr>
          <p:cNvPr id="252" name="Google Shape;252;p48"/>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3"/>
        <p:cNvGrpSpPr/>
        <p:nvPr/>
      </p:nvGrpSpPr>
      <p:grpSpPr>
        <a:xfrm>
          <a:off x="0" y="0"/>
          <a:ext cx="0" cy="0"/>
          <a:chOff x="0" y="0"/>
          <a:chExt cx="0" cy="0"/>
        </a:xfrm>
      </p:grpSpPr>
      <p:sp>
        <p:nvSpPr>
          <p:cNvPr id="254" name="Google Shape;254;p49"/>
          <p:cNvSpPr/>
          <p:nvPr/>
        </p:nvSpPr>
        <p:spPr>
          <a:xfrm rot="10800000">
            <a:off x="4284000" y="50"/>
            <a:ext cx="4860000" cy="4860000"/>
          </a:xfrm>
          <a:prstGeom prst="rtTriangl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49"/>
          <p:cNvSpPr txBox="1">
            <a:spLocks noGrp="1"/>
          </p:cNvSpPr>
          <p:nvPr>
            <p:ph type="title"/>
          </p:nvPr>
        </p:nvSpPr>
        <p:spPr>
          <a:xfrm>
            <a:off x="5835050" y="467250"/>
            <a:ext cx="2638800" cy="4090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accent2"/>
              </a:buClr>
              <a:buSzPts val="3600"/>
              <a:buNone/>
              <a:defRPr sz="3600" b="1">
                <a:solidFill>
                  <a:schemeClr val="accent2"/>
                </a:solidFill>
              </a:defRPr>
            </a:lvl1pPr>
            <a:lvl2pPr lvl="1" algn="ctr">
              <a:lnSpc>
                <a:spcPct val="100000"/>
              </a:lnSpc>
              <a:spcBef>
                <a:spcPts val="0"/>
              </a:spcBef>
              <a:spcAft>
                <a:spcPts val="0"/>
              </a:spcAft>
              <a:buClr>
                <a:schemeClr val="accent2"/>
              </a:buClr>
              <a:buSzPts val="4800"/>
              <a:buNone/>
              <a:defRPr sz="4800">
                <a:solidFill>
                  <a:schemeClr val="accent2"/>
                </a:solidFill>
              </a:defRPr>
            </a:lvl2pPr>
            <a:lvl3pPr lvl="2" algn="ctr">
              <a:lnSpc>
                <a:spcPct val="100000"/>
              </a:lnSpc>
              <a:spcBef>
                <a:spcPts val="0"/>
              </a:spcBef>
              <a:spcAft>
                <a:spcPts val="0"/>
              </a:spcAft>
              <a:buClr>
                <a:schemeClr val="accent2"/>
              </a:buClr>
              <a:buSzPts val="4800"/>
              <a:buNone/>
              <a:defRPr sz="4800">
                <a:solidFill>
                  <a:schemeClr val="accent2"/>
                </a:solidFill>
              </a:defRPr>
            </a:lvl3pPr>
            <a:lvl4pPr lvl="3" algn="ctr">
              <a:lnSpc>
                <a:spcPct val="100000"/>
              </a:lnSpc>
              <a:spcBef>
                <a:spcPts val="0"/>
              </a:spcBef>
              <a:spcAft>
                <a:spcPts val="0"/>
              </a:spcAft>
              <a:buClr>
                <a:schemeClr val="accent2"/>
              </a:buClr>
              <a:buSzPts val="4800"/>
              <a:buNone/>
              <a:defRPr sz="4800">
                <a:solidFill>
                  <a:schemeClr val="accent2"/>
                </a:solidFill>
              </a:defRPr>
            </a:lvl4pPr>
            <a:lvl5pPr lvl="4" algn="ctr">
              <a:lnSpc>
                <a:spcPct val="100000"/>
              </a:lnSpc>
              <a:spcBef>
                <a:spcPts val="0"/>
              </a:spcBef>
              <a:spcAft>
                <a:spcPts val="0"/>
              </a:spcAft>
              <a:buClr>
                <a:schemeClr val="accent2"/>
              </a:buClr>
              <a:buSzPts val="4800"/>
              <a:buNone/>
              <a:defRPr sz="4800">
                <a:solidFill>
                  <a:schemeClr val="accent2"/>
                </a:solidFill>
              </a:defRPr>
            </a:lvl5pPr>
            <a:lvl6pPr lvl="5" algn="ctr">
              <a:lnSpc>
                <a:spcPct val="100000"/>
              </a:lnSpc>
              <a:spcBef>
                <a:spcPts val="0"/>
              </a:spcBef>
              <a:spcAft>
                <a:spcPts val="0"/>
              </a:spcAft>
              <a:buClr>
                <a:schemeClr val="accent2"/>
              </a:buClr>
              <a:buSzPts val="4800"/>
              <a:buNone/>
              <a:defRPr sz="4800">
                <a:solidFill>
                  <a:schemeClr val="accent2"/>
                </a:solidFill>
              </a:defRPr>
            </a:lvl6pPr>
            <a:lvl7pPr lvl="6" algn="ctr">
              <a:lnSpc>
                <a:spcPct val="100000"/>
              </a:lnSpc>
              <a:spcBef>
                <a:spcPts val="0"/>
              </a:spcBef>
              <a:spcAft>
                <a:spcPts val="0"/>
              </a:spcAft>
              <a:buClr>
                <a:schemeClr val="accent2"/>
              </a:buClr>
              <a:buSzPts val="4800"/>
              <a:buNone/>
              <a:defRPr sz="4800">
                <a:solidFill>
                  <a:schemeClr val="accent2"/>
                </a:solidFill>
              </a:defRPr>
            </a:lvl7pPr>
            <a:lvl8pPr lvl="7" algn="ctr">
              <a:lnSpc>
                <a:spcPct val="100000"/>
              </a:lnSpc>
              <a:spcBef>
                <a:spcPts val="0"/>
              </a:spcBef>
              <a:spcAft>
                <a:spcPts val="0"/>
              </a:spcAft>
              <a:buClr>
                <a:schemeClr val="accent2"/>
              </a:buClr>
              <a:buSzPts val="4800"/>
              <a:buNone/>
              <a:defRPr sz="4800">
                <a:solidFill>
                  <a:schemeClr val="accent2"/>
                </a:solidFill>
              </a:defRPr>
            </a:lvl8pPr>
            <a:lvl9pPr lvl="8" algn="ctr">
              <a:lnSpc>
                <a:spcPct val="100000"/>
              </a:lnSpc>
              <a:spcBef>
                <a:spcPts val="0"/>
              </a:spcBef>
              <a:spcAft>
                <a:spcPts val="0"/>
              </a:spcAft>
              <a:buClr>
                <a:schemeClr val="accent2"/>
              </a:buClr>
              <a:buSzPts val="4800"/>
              <a:buNone/>
              <a:defRPr sz="4800">
                <a:solidFill>
                  <a:schemeClr val="accent2"/>
                </a:solidFil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6"/>
        <p:cNvGrpSpPr/>
        <p:nvPr/>
      </p:nvGrpSpPr>
      <p:grpSpPr>
        <a:xfrm>
          <a:off x="0" y="0"/>
          <a:ext cx="0" cy="0"/>
          <a:chOff x="0" y="0"/>
          <a:chExt cx="0" cy="0"/>
        </a:xfrm>
      </p:grpSpPr>
      <p:sp>
        <p:nvSpPr>
          <p:cNvPr id="257" name="Google Shape;257;p50"/>
          <p:cNvSpPr txBox="1">
            <a:spLocks noGrp="1"/>
          </p:cNvSpPr>
          <p:nvPr>
            <p:ph type="subTitle" idx="1"/>
          </p:nvPr>
        </p:nvSpPr>
        <p:spPr>
          <a:xfrm>
            <a:off x="4563100" y="1531925"/>
            <a:ext cx="3617400" cy="564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100"/>
              <a:buFont typeface="Neucha"/>
              <a:buNone/>
              <a:defRPr sz="2100">
                <a:latin typeface="Neucha"/>
                <a:ea typeface="Neucha"/>
                <a:cs typeface="Neucha"/>
                <a:sym typeface="Neucha"/>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58" name="Google Shape;258;p50"/>
          <p:cNvSpPr txBox="1">
            <a:spLocks noGrp="1"/>
          </p:cNvSpPr>
          <p:nvPr>
            <p:ph type="body" idx="2"/>
          </p:nvPr>
        </p:nvSpPr>
        <p:spPr>
          <a:xfrm>
            <a:off x="4563100" y="2152325"/>
            <a:ext cx="3617400" cy="27243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17500" algn="l">
              <a:lnSpc>
                <a:spcPct val="100000"/>
              </a:lnSpc>
              <a:spcBef>
                <a:spcPts val="1600"/>
              </a:spcBef>
              <a:spcAft>
                <a:spcPts val="0"/>
              </a:spcAft>
              <a:buSzPts val="1400"/>
              <a:buChar char="○"/>
              <a:defRPr/>
            </a:lvl2pPr>
            <a:lvl3pPr marL="1371600" lvl="2" indent="-317500" algn="l">
              <a:lnSpc>
                <a:spcPct val="100000"/>
              </a:lnSpc>
              <a:spcBef>
                <a:spcPts val="1600"/>
              </a:spcBef>
              <a:spcAft>
                <a:spcPts val="0"/>
              </a:spcAft>
              <a:buSzPts val="1400"/>
              <a:buChar char="■"/>
              <a:defRPr/>
            </a:lvl3pPr>
            <a:lvl4pPr marL="1828800" lvl="3" indent="-317500" algn="l">
              <a:lnSpc>
                <a:spcPct val="100000"/>
              </a:lnSpc>
              <a:spcBef>
                <a:spcPts val="1600"/>
              </a:spcBef>
              <a:spcAft>
                <a:spcPts val="0"/>
              </a:spcAft>
              <a:buSzPts val="1400"/>
              <a:buChar char="●"/>
              <a:defRPr/>
            </a:lvl4pPr>
            <a:lvl5pPr marL="2286000" lvl="4" indent="-317500" algn="l">
              <a:lnSpc>
                <a:spcPct val="100000"/>
              </a:lnSpc>
              <a:spcBef>
                <a:spcPts val="1600"/>
              </a:spcBef>
              <a:spcAft>
                <a:spcPts val="0"/>
              </a:spcAft>
              <a:buSzPts val="1400"/>
              <a:buChar char="○"/>
              <a:defRPr/>
            </a:lvl5pPr>
            <a:lvl6pPr marL="2743200" lvl="5" indent="-317500" algn="l">
              <a:lnSpc>
                <a:spcPct val="100000"/>
              </a:lnSpc>
              <a:spcBef>
                <a:spcPts val="1600"/>
              </a:spcBef>
              <a:spcAft>
                <a:spcPts val="0"/>
              </a:spcAft>
              <a:buSzPts val="1400"/>
              <a:buChar char="■"/>
              <a:defRPr/>
            </a:lvl6pPr>
            <a:lvl7pPr marL="3200400" lvl="6" indent="-317500" algn="l">
              <a:lnSpc>
                <a:spcPct val="100000"/>
              </a:lnSpc>
              <a:spcBef>
                <a:spcPts val="1600"/>
              </a:spcBef>
              <a:spcAft>
                <a:spcPts val="0"/>
              </a:spcAft>
              <a:buSzPts val="1400"/>
              <a:buChar char="●"/>
              <a:defRPr/>
            </a:lvl7pPr>
            <a:lvl8pPr marL="3657600" lvl="7" indent="-317500" algn="l">
              <a:lnSpc>
                <a:spcPct val="100000"/>
              </a:lnSpc>
              <a:spcBef>
                <a:spcPts val="1600"/>
              </a:spcBef>
              <a:spcAft>
                <a:spcPts val="0"/>
              </a:spcAft>
              <a:buSzPts val="1400"/>
              <a:buChar char="○"/>
              <a:defRPr/>
            </a:lvl8pPr>
            <a:lvl9pPr marL="4114800" lvl="8" indent="-317500" algn="l">
              <a:lnSpc>
                <a:spcPct val="100000"/>
              </a:lnSpc>
              <a:spcBef>
                <a:spcPts val="1600"/>
              </a:spcBef>
              <a:spcAft>
                <a:spcPts val="1600"/>
              </a:spcAft>
              <a:buSzPts val="1400"/>
              <a:buChar char="■"/>
              <a:defRPr/>
            </a:lvl9pPr>
          </a:lstStyle>
          <a:p>
            <a:endParaRPr/>
          </a:p>
        </p:txBody>
      </p:sp>
      <p:sp>
        <p:nvSpPr>
          <p:cNvPr id="259" name="Google Shape;259;p50"/>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0" name="Google Shape;260;p50"/>
          <p:cNvSpPr/>
          <p:nvPr/>
        </p:nvSpPr>
        <p:spPr>
          <a:xfrm>
            <a:off x="0" y="1294200"/>
            <a:ext cx="2859000" cy="38493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1"/>
        <p:cNvGrpSpPr/>
        <p:nvPr/>
      </p:nvGrpSpPr>
      <p:grpSpPr>
        <a:xfrm>
          <a:off x="0" y="0"/>
          <a:ext cx="0" cy="0"/>
          <a:chOff x="0" y="0"/>
          <a:chExt cx="0" cy="0"/>
        </a:xfrm>
      </p:grpSpPr>
      <p:sp>
        <p:nvSpPr>
          <p:cNvPr id="262" name="Google Shape;262;p51"/>
          <p:cNvSpPr txBox="1">
            <a:spLocks noGrp="1"/>
          </p:cNvSpPr>
          <p:nvPr>
            <p:ph type="title"/>
          </p:nvPr>
        </p:nvSpPr>
        <p:spPr>
          <a:xfrm>
            <a:off x="311700" y="437225"/>
            <a:ext cx="8520600" cy="70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Font typeface="Patua One"/>
              <a:buNone/>
              <a:defRPr sz="3000">
                <a:latin typeface="Patua One"/>
                <a:ea typeface="Patua One"/>
                <a:cs typeface="Patua One"/>
                <a:sym typeface="Patua 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3" name="Google Shape;263;p51"/>
          <p:cNvSpPr/>
          <p:nvPr/>
        </p:nvSpPr>
        <p:spPr>
          <a:xfrm rot="10800000">
            <a:off x="7317600" y="0"/>
            <a:ext cx="1826400" cy="1826400"/>
          </a:xfrm>
          <a:prstGeom prst="rtTriangl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264"/>
        <p:cNvGrpSpPr/>
        <p:nvPr/>
      </p:nvGrpSpPr>
      <p:grpSpPr>
        <a:xfrm>
          <a:off x="0" y="0"/>
          <a:ext cx="0" cy="0"/>
          <a:chOff x="0" y="0"/>
          <a:chExt cx="0" cy="0"/>
        </a:xfrm>
      </p:grpSpPr>
      <p:sp>
        <p:nvSpPr>
          <p:cNvPr id="265" name="Google Shape;265;p52"/>
          <p:cNvSpPr/>
          <p:nvPr/>
        </p:nvSpPr>
        <p:spPr>
          <a:xfrm rot="-2700000">
            <a:off x="1033426" y="-3789297"/>
            <a:ext cx="7077149" cy="7077149"/>
          </a:xfrm>
          <a:prstGeom prst="rtTriangl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52"/>
          <p:cNvSpPr txBox="1">
            <a:spLocks noGrp="1"/>
          </p:cNvSpPr>
          <p:nvPr>
            <p:ph type="title" hasCustomPrompt="1"/>
          </p:nvPr>
        </p:nvSpPr>
        <p:spPr>
          <a:xfrm>
            <a:off x="311700" y="8013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0000"/>
              <a:buNone/>
              <a:defRPr sz="100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a:r>
              <a:t>xx%</a:t>
            </a:r>
          </a:p>
        </p:txBody>
      </p:sp>
      <p:sp>
        <p:nvSpPr>
          <p:cNvPr id="267" name="Google Shape;267;p52"/>
          <p:cNvSpPr txBox="1">
            <a:spLocks noGrp="1"/>
          </p:cNvSpPr>
          <p:nvPr>
            <p:ph type="body" idx="1"/>
          </p:nvPr>
        </p:nvSpPr>
        <p:spPr>
          <a:xfrm>
            <a:off x="311700" y="2695025"/>
            <a:ext cx="8520600" cy="693900"/>
          </a:xfrm>
          <a:prstGeom prst="rect">
            <a:avLst/>
          </a:prstGeom>
          <a:noFill/>
          <a:ln>
            <a:noFill/>
          </a:ln>
        </p:spPr>
        <p:txBody>
          <a:bodyPr spcFirstLastPara="1" wrap="square" lIns="91425" tIns="91425" rIns="91425" bIns="91425" anchor="t" anchorCtr="0">
            <a:noAutofit/>
          </a:bodyPr>
          <a:lstStyle>
            <a:lvl1pPr marL="457200" lvl="0" indent="-342900" algn="ctr">
              <a:lnSpc>
                <a:spcPct val="100000"/>
              </a:lnSpc>
              <a:spcBef>
                <a:spcPts val="0"/>
              </a:spcBef>
              <a:spcAft>
                <a:spcPts val="0"/>
              </a:spcAft>
              <a:buSzPts val="1800"/>
              <a:buChar char="●"/>
              <a:defRPr/>
            </a:lvl1pPr>
            <a:lvl2pPr marL="914400" lvl="1" indent="-317500" algn="ctr">
              <a:lnSpc>
                <a:spcPct val="100000"/>
              </a:lnSpc>
              <a:spcBef>
                <a:spcPts val="1600"/>
              </a:spcBef>
              <a:spcAft>
                <a:spcPts val="0"/>
              </a:spcAft>
              <a:buSzPts val="1400"/>
              <a:buChar char="○"/>
              <a:defRPr/>
            </a:lvl2pPr>
            <a:lvl3pPr marL="1371600" lvl="2" indent="-317500" algn="ctr">
              <a:lnSpc>
                <a:spcPct val="100000"/>
              </a:lnSpc>
              <a:spcBef>
                <a:spcPts val="1600"/>
              </a:spcBef>
              <a:spcAft>
                <a:spcPts val="0"/>
              </a:spcAft>
              <a:buSzPts val="1400"/>
              <a:buChar char="■"/>
              <a:defRPr/>
            </a:lvl3pPr>
            <a:lvl4pPr marL="1828800" lvl="3" indent="-317500" algn="ctr">
              <a:lnSpc>
                <a:spcPct val="100000"/>
              </a:lnSpc>
              <a:spcBef>
                <a:spcPts val="1600"/>
              </a:spcBef>
              <a:spcAft>
                <a:spcPts val="0"/>
              </a:spcAft>
              <a:buSzPts val="1400"/>
              <a:buChar char="●"/>
              <a:defRPr/>
            </a:lvl4pPr>
            <a:lvl5pPr marL="2286000" lvl="4" indent="-317500" algn="ctr">
              <a:lnSpc>
                <a:spcPct val="100000"/>
              </a:lnSpc>
              <a:spcBef>
                <a:spcPts val="1600"/>
              </a:spcBef>
              <a:spcAft>
                <a:spcPts val="0"/>
              </a:spcAft>
              <a:buSzPts val="1400"/>
              <a:buChar char="○"/>
              <a:defRPr/>
            </a:lvl5pPr>
            <a:lvl6pPr marL="2743200" lvl="5" indent="-317500" algn="ctr">
              <a:lnSpc>
                <a:spcPct val="100000"/>
              </a:lnSpc>
              <a:spcBef>
                <a:spcPts val="1600"/>
              </a:spcBef>
              <a:spcAft>
                <a:spcPts val="0"/>
              </a:spcAft>
              <a:buSzPts val="1400"/>
              <a:buChar char="■"/>
              <a:defRPr/>
            </a:lvl6pPr>
            <a:lvl7pPr marL="3200400" lvl="6" indent="-317500" algn="ctr">
              <a:lnSpc>
                <a:spcPct val="100000"/>
              </a:lnSpc>
              <a:spcBef>
                <a:spcPts val="1600"/>
              </a:spcBef>
              <a:spcAft>
                <a:spcPts val="0"/>
              </a:spcAft>
              <a:buSzPts val="1400"/>
              <a:buChar char="●"/>
              <a:defRPr/>
            </a:lvl7pPr>
            <a:lvl8pPr marL="3657600" lvl="7" indent="-317500" algn="ctr">
              <a:lnSpc>
                <a:spcPct val="100000"/>
              </a:lnSpc>
              <a:spcBef>
                <a:spcPts val="1600"/>
              </a:spcBef>
              <a:spcAft>
                <a:spcPts val="0"/>
              </a:spcAft>
              <a:buSzPts val="1400"/>
              <a:buChar char="○"/>
              <a:defRPr/>
            </a:lvl8pPr>
            <a:lvl9pPr marL="4114800" lvl="8" indent="-317500" algn="ctr">
              <a:lnSpc>
                <a:spcPct val="100000"/>
              </a:lnSpc>
              <a:spcBef>
                <a:spcPts val="1600"/>
              </a:spcBef>
              <a:spcAft>
                <a:spcPts val="1600"/>
              </a:spcAft>
              <a:buSzPts val="14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able of contents">
  <p:cSld name="TITLE_ONLY_1">
    <p:spTree>
      <p:nvGrpSpPr>
        <p:cNvPr id="1" name="Shape 268"/>
        <p:cNvGrpSpPr/>
        <p:nvPr/>
      </p:nvGrpSpPr>
      <p:grpSpPr>
        <a:xfrm>
          <a:off x="0" y="0"/>
          <a:ext cx="0" cy="0"/>
          <a:chOff x="0" y="0"/>
          <a:chExt cx="0" cy="0"/>
        </a:xfrm>
      </p:grpSpPr>
      <p:sp>
        <p:nvSpPr>
          <p:cNvPr id="269" name="Google Shape;269;p53"/>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0" name="Google Shape;270;p53"/>
          <p:cNvSpPr txBox="1">
            <a:spLocks noGrp="1"/>
          </p:cNvSpPr>
          <p:nvPr>
            <p:ph type="title" idx="2"/>
          </p:nvPr>
        </p:nvSpPr>
        <p:spPr>
          <a:xfrm>
            <a:off x="824050" y="188586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71" name="Google Shape;271;p53"/>
          <p:cNvSpPr txBox="1">
            <a:spLocks noGrp="1"/>
          </p:cNvSpPr>
          <p:nvPr>
            <p:ph type="subTitle" idx="1"/>
          </p:nvPr>
        </p:nvSpPr>
        <p:spPr>
          <a:xfrm>
            <a:off x="824050" y="227842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72" name="Google Shape;272;p53"/>
          <p:cNvSpPr txBox="1">
            <a:spLocks noGrp="1"/>
          </p:cNvSpPr>
          <p:nvPr>
            <p:ph type="title" idx="3"/>
          </p:nvPr>
        </p:nvSpPr>
        <p:spPr>
          <a:xfrm>
            <a:off x="824050" y="130362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273" name="Google Shape;273;p53"/>
          <p:cNvSpPr txBox="1">
            <a:spLocks noGrp="1"/>
          </p:cNvSpPr>
          <p:nvPr>
            <p:ph type="title" idx="4"/>
          </p:nvPr>
        </p:nvSpPr>
        <p:spPr>
          <a:xfrm>
            <a:off x="3429900" y="188586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74" name="Google Shape;274;p53"/>
          <p:cNvSpPr txBox="1">
            <a:spLocks noGrp="1"/>
          </p:cNvSpPr>
          <p:nvPr>
            <p:ph type="subTitle" idx="5"/>
          </p:nvPr>
        </p:nvSpPr>
        <p:spPr>
          <a:xfrm>
            <a:off x="3429900" y="227842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75" name="Google Shape;275;p53"/>
          <p:cNvSpPr txBox="1">
            <a:spLocks noGrp="1"/>
          </p:cNvSpPr>
          <p:nvPr>
            <p:ph type="title" idx="6"/>
          </p:nvPr>
        </p:nvSpPr>
        <p:spPr>
          <a:xfrm>
            <a:off x="3429900" y="130362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276" name="Google Shape;276;p53"/>
          <p:cNvSpPr txBox="1">
            <a:spLocks noGrp="1"/>
          </p:cNvSpPr>
          <p:nvPr>
            <p:ph type="title" idx="7"/>
          </p:nvPr>
        </p:nvSpPr>
        <p:spPr>
          <a:xfrm>
            <a:off x="6035750" y="188586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77" name="Google Shape;277;p53"/>
          <p:cNvSpPr txBox="1">
            <a:spLocks noGrp="1"/>
          </p:cNvSpPr>
          <p:nvPr>
            <p:ph type="subTitle" idx="8"/>
          </p:nvPr>
        </p:nvSpPr>
        <p:spPr>
          <a:xfrm>
            <a:off x="6035750" y="227842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78" name="Google Shape;278;p53"/>
          <p:cNvSpPr txBox="1">
            <a:spLocks noGrp="1"/>
          </p:cNvSpPr>
          <p:nvPr>
            <p:ph type="title" idx="9"/>
          </p:nvPr>
        </p:nvSpPr>
        <p:spPr>
          <a:xfrm>
            <a:off x="6035750" y="130362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279" name="Google Shape;279;p53"/>
          <p:cNvSpPr txBox="1">
            <a:spLocks noGrp="1"/>
          </p:cNvSpPr>
          <p:nvPr>
            <p:ph type="title" idx="13"/>
          </p:nvPr>
        </p:nvSpPr>
        <p:spPr>
          <a:xfrm>
            <a:off x="824050" y="365165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80" name="Google Shape;280;p53"/>
          <p:cNvSpPr txBox="1">
            <a:spLocks noGrp="1"/>
          </p:cNvSpPr>
          <p:nvPr>
            <p:ph type="subTitle" idx="14"/>
          </p:nvPr>
        </p:nvSpPr>
        <p:spPr>
          <a:xfrm>
            <a:off x="824050" y="404421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81" name="Google Shape;281;p53"/>
          <p:cNvSpPr txBox="1">
            <a:spLocks noGrp="1"/>
          </p:cNvSpPr>
          <p:nvPr>
            <p:ph type="title" idx="15"/>
          </p:nvPr>
        </p:nvSpPr>
        <p:spPr>
          <a:xfrm>
            <a:off x="824050" y="306941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282" name="Google Shape;282;p53"/>
          <p:cNvSpPr txBox="1">
            <a:spLocks noGrp="1"/>
          </p:cNvSpPr>
          <p:nvPr>
            <p:ph type="title" idx="16"/>
          </p:nvPr>
        </p:nvSpPr>
        <p:spPr>
          <a:xfrm>
            <a:off x="3429900" y="365165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83" name="Google Shape;283;p53"/>
          <p:cNvSpPr txBox="1">
            <a:spLocks noGrp="1"/>
          </p:cNvSpPr>
          <p:nvPr>
            <p:ph type="subTitle" idx="17"/>
          </p:nvPr>
        </p:nvSpPr>
        <p:spPr>
          <a:xfrm>
            <a:off x="3429900" y="404421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84" name="Google Shape;284;p53"/>
          <p:cNvSpPr txBox="1">
            <a:spLocks noGrp="1"/>
          </p:cNvSpPr>
          <p:nvPr>
            <p:ph type="title" idx="18"/>
          </p:nvPr>
        </p:nvSpPr>
        <p:spPr>
          <a:xfrm>
            <a:off x="3429900" y="306941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285" name="Google Shape;285;p53"/>
          <p:cNvSpPr txBox="1">
            <a:spLocks noGrp="1"/>
          </p:cNvSpPr>
          <p:nvPr>
            <p:ph type="title" idx="19"/>
          </p:nvPr>
        </p:nvSpPr>
        <p:spPr>
          <a:xfrm>
            <a:off x="6035750" y="3651654"/>
            <a:ext cx="2284200" cy="5052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24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86" name="Google Shape;286;p53"/>
          <p:cNvSpPr txBox="1">
            <a:spLocks noGrp="1"/>
          </p:cNvSpPr>
          <p:nvPr>
            <p:ph type="subTitle" idx="20"/>
          </p:nvPr>
        </p:nvSpPr>
        <p:spPr>
          <a:xfrm>
            <a:off x="6035750" y="4044215"/>
            <a:ext cx="2284200" cy="572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300"/>
              <a:buNone/>
              <a:defRPr sz="1300"/>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a:endParaRPr/>
          </a:p>
        </p:txBody>
      </p:sp>
      <p:sp>
        <p:nvSpPr>
          <p:cNvPr id="287" name="Google Shape;287;p53"/>
          <p:cNvSpPr txBox="1">
            <a:spLocks noGrp="1"/>
          </p:cNvSpPr>
          <p:nvPr>
            <p:ph type="title" idx="21"/>
          </p:nvPr>
        </p:nvSpPr>
        <p:spPr>
          <a:xfrm>
            <a:off x="6035750" y="3069415"/>
            <a:ext cx="2284200" cy="6780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 Two Columns">
  <p:cSld name="TITLE_ONLY_1_1">
    <p:spTree>
      <p:nvGrpSpPr>
        <p:cNvPr id="1" name="Shape 288"/>
        <p:cNvGrpSpPr/>
        <p:nvPr/>
      </p:nvGrpSpPr>
      <p:grpSpPr>
        <a:xfrm>
          <a:off x="0" y="0"/>
          <a:ext cx="0" cy="0"/>
          <a:chOff x="0" y="0"/>
          <a:chExt cx="0" cy="0"/>
        </a:xfrm>
      </p:grpSpPr>
      <p:sp>
        <p:nvSpPr>
          <p:cNvPr id="289" name="Google Shape;289;p54"/>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0" name="Google Shape;290;p54"/>
          <p:cNvSpPr txBox="1">
            <a:spLocks noGrp="1"/>
          </p:cNvSpPr>
          <p:nvPr>
            <p:ph type="title" idx="2"/>
          </p:nvPr>
        </p:nvSpPr>
        <p:spPr>
          <a:xfrm>
            <a:off x="1351875" y="2785425"/>
            <a:ext cx="24792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91" name="Google Shape;291;p54"/>
          <p:cNvSpPr txBox="1">
            <a:spLocks noGrp="1"/>
          </p:cNvSpPr>
          <p:nvPr>
            <p:ph type="subTitle" idx="1"/>
          </p:nvPr>
        </p:nvSpPr>
        <p:spPr>
          <a:xfrm>
            <a:off x="1351875" y="3330425"/>
            <a:ext cx="2479200" cy="100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92" name="Google Shape;292;p54"/>
          <p:cNvSpPr txBox="1">
            <a:spLocks noGrp="1"/>
          </p:cNvSpPr>
          <p:nvPr>
            <p:ph type="title" idx="3"/>
          </p:nvPr>
        </p:nvSpPr>
        <p:spPr>
          <a:xfrm>
            <a:off x="5312925" y="2785425"/>
            <a:ext cx="24792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93" name="Google Shape;293;p54"/>
          <p:cNvSpPr txBox="1">
            <a:spLocks noGrp="1"/>
          </p:cNvSpPr>
          <p:nvPr>
            <p:ph type="subTitle" idx="4"/>
          </p:nvPr>
        </p:nvSpPr>
        <p:spPr>
          <a:xfrm>
            <a:off x="5312925" y="3330425"/>
            <a:ext cx="2479200" cy="100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Quote">
  <p:cSld name="TITLE_ONLY_1_1_1">
    <p:spTree>
      <p:nvGrpSpPr>
        <p:cNvPr id="1" name="Shape 294"/>
        <p:cNvGrpSpPr/>
        <p:nvPr/>
      </p:nvGrpSpPr>
      <p:grpSpPr>
        <a:xfrm>
          <a:off x="0" y="0"/>
          <a:ext cx="0" cy="0"/>
          <a:chOff x="0" y="0"/>
          <a:chExt cx="0" cy="0"/>
        </a:xfrm>
      </p:grpSpPr>
      <p:sp>
        <p:nvSpPr>
          <p:cNvPr id="295" name="Google Shape;295;p55"/>
          <p:cNvSpPr txBox="1">
            <a:spLocks noGrp="1"/>
          </p:cNvSpPr>
          <p:nvPr>
            <p:ph type="title"/>
          </p:nvPr>
        </p:nvSpPr>
        <p:spPr>
          <a:xfrm>
            <a:off x="989525" y="3425000"/>
            <a:ext cx="2479200" cy="50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96" name="Google Shape;296;p55"/>
          <p:cNvSpPr txBox="1">
            <a:spLocks noGrp="1"/>
          </p:cNvSpPr>
          <p:nvPr>
            <p:ph type="subTitle" idx="1"/>
          </p:nvPr>
        </p:nvSpPr>
        <p:spPr>
          <a:xfrm>
            <a:off x="989525" y="916325"/>
            <a:ext cx="3721500" cy="1849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p:cSld name="SECTION_HEADER_1">
    <p:spTree>
      <p:nvGrpSpPr>
        <p:cNvPr id="1" name="Shape 297"/>
        <p:cNvGrpSpPr/>
        <p:nvPr/>
      </p:nvGrpSpPr>
      <p:grpSpPr>
        <a:xfrm>
          <a:off x="0" y="0"/>
          <a:ext cx="0" cy="0"/>
          <a:chOff x="0" y="0"/>
          <a:chExt cx="0" cy="0"/>
        </a:xfrm>
      </p:grpSpPr>
      <p:sp>
        <p:nvSpPr>
          <p:cNvPr id="298" name="Google Shape;298;p56"/>
          <p:cNvSpPr/>
          <p:nvPr/>
        </p:nvSpPr>
        <p:spPr>
          <a:xfrm>
            <a:off x="3145500" y="0"/>
            <a:ext cx="59985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56"/>
          <p:cNvSpPr txBox="1">
            <a:spLocks noGrp="1"/>
          </p:cNvSpPr>
          <p:nvPr>
            <p:ph type="title"/>
          </p:nvPr>
        </p:nvSpPr>
        <p:spPr>
          <a:xfrm>
            <a:off x="4181057" y="2379450"/>
            <a:ext cx="4142400" cy="8418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000"/>
              <a:buNone/>
              <a:defRPr sz="6000"/>
            </a:lvl1pPr>
            <a:lvl2pPr lvl="1" algn="r">
              <a:lnSpc>
                <a:spcPct val="100000"/>
              </a:lnSpc>
              <a:spcBef>
                <a:spcPts val="0"/>
              </a:spcBef>
              <a:spcAft>
                <a:spcPts val="0"/>
              </a:spcAft>
              <a:buSzPts val="6000"/>
              <a:buNone/>
              <a:defRPr sz="6000"/>
            </a:lvl2pPr>
            <a:lvl3pPr lvl="2" algn="r">
              <a:lnSpc>
                <a:spcPct val="100000"/>
              </a:lnSpc>
              <a:spcBef>
                <a:spcPts val="0"/>
              </a:spcBef>
              <a:spcAft>
                <a:spcPts val="0"/>
              </a:spcAft>
              <a:buSzPts val="6000"/>
              <a:buNone/>
              <a:defRPr sz="6000"/>
            </a:lvl3pPr>
            <a:lvl4pPr lvl="3" algn="r">
              <a:lnSpc>
                <a:spcPct val="100000"/>
              </a:lnSpc>
              <a:spcBef>
                <a:spcPts val="0"/>
              </a:spcBef>
              <a:spcAft>
                <a:spcPts val="0"/>
              </a:spcAft>
              <a:buSzPts val="6000"/>
              <a:buNone/>
              <a:defRPr sz="6000"/>
            </a:lvl4pPr>
            <a:lvl5pPr lvl="4" algn="r">
              <a:lnSpc>
                <a:spcPct val="100000"/>
              </a:lnSpc>
              <a:spcBef>
                <a:spcPts val="0"/>
              </a:spcBef>
              <a:spcAft>
                <a:spcPts val="0"/>
              </a:spcAft>
              <a:buSzPts val="6000"/>
              <a:buNone/>
              <a:defRPr sz="6000"/>
            </a:lvl5pPr>
            <a:lvl6pPr lvl="5" algn="r">
              <a:lnSpc>
                <a:spcPct val="100000"/>
              </a:lnSpc>
              <a:spcBef>
                <a:spcPts val="0"/>
              </a:spcBef>
              <a:spcAft>
                <a:spcPts val="0"/>
              </a:spcAft>
              <a:buSzPts val="6000"/>
              <a:buNone/>
              <a:defRPr sz="6000"/>
            </a:lvl6pPr>
            <a:lvl7pPr lvl="6" algn="r">
              <a:lnSpc>
                <a:spcPct val="100000"/>
              </a:lnSpc>
              <a:spcBef>
                <a:spcPts val="0"/>
              </a:spcBef>
              <a:spcAft>
                <a:spcPts val="0"/>
              </a:spcAft>
              <a:buSzPts val="6000"/>
              <a:buNone/>
              <a:defRPr sz="6000"/>
            </a:lvl7pPr>
            <a:lvl8pPr lvl="7" algn="r">
              <a:lnSpc>
                <a:spcPct val="100000"/>
              </a:lnSpc>
              <a:spcBef>
                <a:spcPts val="0"/>
              </a:spcBef>
              <a:spcAft>
                <a:spcPts val="0"/>
              </a:spcAft>
              <a:buSzPts val="6000"/>
              <a:buNone/>
              <a:defRPr sz="6000"/>
            </a:lvl8pPr>
            <a:lvl9pPr lvl="8" algn="r">
              <a:lnSpc>
                <a:spcPct val="100000"/>
              </a:lnSpc>
              <a:spcBef>
                <a:spcPts val="0"/>
              </a:spcBef>
              <a:spcAft>
                <a:spcPts val="0"/>
              </a:spcAft>
              <a:buSzPts val="6000"/>
              <a:buNone/>
              <a:defRPr sz="6000"/>
            </a:lvl9pPr>
          </a:lstStyle>
          <a:p>
            <a:endParaRPr/>
          </a:p>
        </p:txBody>
      </p:sp>
      <p:sp>
        <p:nvSpPr>
          <p:cNvPr id="300" name="Google Shape;300;p56"/>
          <p:cNvSpPr txBox="1">
            <a:spLocks noGrp="1"/>
          </p:cNvSpPr>
          <p:nvPr>
            <p:ph type="subTitle" idx="1"/>
          </p:nvPr>
        </p:nvSpPr>
        <p:spPr>
          <a:xfrm>
            <a:off x="4858757" y="3291025"/>
            <a:ext cx="3464700" cy="792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600"/>
              <a:buNone/>
              <a:defRPr sz="1600">
                <a:solidFill>
                  <a:schemeClr val="dk1"/>
                </a:solidFill>
              </a:defRPr>
            </a:lvl1pPr>
            <a:lvl2pPr lvl="1" algn="r">
              <a:lnSpc>
                <a:spcPct val="100000"/>
              </a:lnSpc>
              <a:spcBef>
                <a:spcPts val="0"/>
              </a:spcBef>
              <a:spcAft>
                <a:spcPts val="0"/>
              </a:spcAft>
              <a:buClr>
                <a:schemeClr val="dk1"/>
              </a:buClr>
              <a:buSzPts val="1600"/>
              <a:buNone/>
              <a:defRPr sz="1600">
                <a:solidFill>
                  <a:schemeClr val="dk1"/>
                </a:solidFill>
              </a:defRPr>
            </a:lvl2pPr>
            <a:lvl3pPr lvl="2" algn="r">
              <a:lnSpc>
                <a:spcPct val="100000"/>
              </a:lnSpc>
              <a:spcBef>
                <a:spcPts val="0"/>
              </a:spcBef>
              <a:spcAft>
                <a:spcPts val="0"/>
              </a:spcAft>
              <a:buClr>
                <a:schemeClr val="dk1"/>
              </a:buClr>
              <a:buSzPts val="1600"/>
              <a:buNone/>
              <a:defRPr sz="1600">
                <a:solidFill>
                  <a:schemeClr val="dk1"/>
                </a:solidFill>
              </a:defRPr>
            </a:lvl3pPr>
            <a:lvl4pPr lvl="3" algn="r">
              <a:lnSpc>
                <a:spcPct val="100000"/>
              </a:lnSpc>
              <a:spcBef>
                <a:spcPts val="0"/>
              </a:spcBef>
              <a:spcAft>
                <a:spcPts val="0"/>
              </a:spcAft>
              <a:buClr>
                <a:schemeClr val="dk1"/>
              </a:buClr>
              <a:buSzPts val="1600"/>
              <a:buNone/>
              <a:defRPr sz="1600">
                <a:solidFill>
                  <a:schemeClr val="dk1"/>
                </a:solidFill>
              </a:defRPr>
            </a:lvl4pPr>
            <a:lvl5pPr lvl="4" algn="r">
              <a:lnSpc>
                <a:spcPct val="100000"/>
              </a:lnSpc>
              <a:spcBef>
                <a:spcPts val="0"/>
              </a:spcBef>
              <a:spcAft>
                <a:spcPts val="0"/>
              </a:spcAft>
              <a:buClr>
                <a:schemeClr val="dk1"/>
              </a:buClr>
              <a:buSzPts val="1600"/>
              <a:buNone/>
              <a:defRPr sz="1600">
                <a:solidFill>
                  <a:schemeClr val="dk1"/>
                </a:solidFill>
              </a:defRPr>
            </a:lvl5pPr>
            <a:lvl6pPr lvl="5" algn="r">
              <a:lnSpc>
                <a:spcPct val="100000"/>
              </a:lnSpc>
              <a:spcBef>
                <a:spcPts val="0"/>
              </a:spcBef>
              <a:spcAft>
                <a:spcPts val="0"/>
              </a:spcAft>
              <a:buClr>
                <a:schemeClr val="dk1"/>
              </a:buClr>
              <a:buSzPts val="1600"/>
              <a:buNone/>
              <a:defRPr sz="1600">
                <a:solidFill>
                  <a:schemeClr val="dk1"/>
                </a:solidFill>
              </a:defRPr>
            </a:lvl6pPr>
            <a:lvl7pPr lvl="6" algn="r">
              <a:lnSpc>
                <a:spcPct val="100000"/>
              </a:lnSpc>
              <a:spcBef>
                <a:spcPts val="0"/>
              </a:spcBef>
              <a:spcAft>
                <a:spcPts val="0"/>
              </a:spcAft>
              <a:buClr>
                <a:schemeClr val="dk1"/>
              </a:buClr>
              <a:buSzPts val="1600"/>
              <a:buNone/>
              <a:defRPr sz="1600">
                <a:solidFill>
                  <a:schemeClr val="dk1"/>
                </a:solidFill>
              </a:defRPr>
            </a:lvl7pPr>
            <a:lvl8pPr lvl="7" algn="r">
              <a:lnSpc>
                <a:spcPct val="100000"/>
              </a:lnSpc>
              <a:spcBef>
                <a:spcPts val="0"/>
              </a:spcBef>
              <a:spcAft>
                <a:spcPts val="0"/>
              </a:spcAft>
              <a:buClr>
                <a:schemeClr val="dk1"/>
              </a:buClr>
              <a:buSzPts val="1600"/>
              <a:buNone/>
              <a:defRPr sz="1600">
                <a:solidFill>
                  <a:schemeClr val="dk1"/>
                </a:solidFill>
              </a:defRPr>
            </a:lvl8pPr>
            <a:lvl9pPr lvl="8" algn="r">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01" name="Google Shape;301;p56"/>
          <p:cNvSpPr txBox="1">
            <a:spLocks noGrp="1"/>
          </p:cNvSpPr>
          <p:nvPr>
            <p:ph type="title" idx="2"/>
          </p:nvPr>
        </p:nvSpPr>
        <p:spPr>
          <a:xfrm>
            <a:off x="4858757" y="963550"/>
            <a:ext cx="3464700" cy="12822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9600"/>
              <a:buNone/>
              <a:defRPr sz="9600"/>
            </a:lvl1pPr>
            <a:lvl2pPr lvl="1" algn="r">
              <a:lnSpc>
                <a:spcPct val="100000"/>
              </a:lnSpc>
              <a:spcBef>
                <a:spcPts val="0"/>
              </a:spcBef>
              <a:spcAft>
                <a:spcPts val="0"/>
              </a:spcAft>
              <a:buSzPts val="9600"/>
              <a:buNone/>
              <a:defRPr sz="9600"/>
            </a:lvl2pPr>
            <a:lvl3pPr lvl="2" algn="r">
              <a:lnSpc>
                <a:spcPct val="100000"/>
              </a:lnSpc>
              <a:spcBef>
                <a:spcPts val="0"/>
              </a:spcBef>
              <a:spcAft>
                <a:spcPts val="0"/>
              </a:spcAft>
              <a:buSzPts val="9600"/>
              <a:buNone/>
              <a:defRPr sz="9600"/>
            </a:lvl3pPr>
            <a:lvl4pPr lvl="3" algn="r">
              <a:lnSpc>
                <a:spcPct val="100000"/>
              </a:lnSpc>
              <a:spcBef>
                <a:spcPts val="0"/>
              </a:spcBef>
              <a:spcAft>
                <a:spcPts val="0"/>
              </a:spcAft>
              <a:buSzPts val="9600"/>
              <a:buNone/>
              <a:defRPr sz="9600"/>
            </a:lvl4pPr>
            <a:lvl5pPr lvl="4" algn="r">
              <a:lnSpc>
                <a:spcPct val="100000"/>
              </a:lnSpc>
              <a:spcBef>
                <a:spcPts val="0"/>
              </a:spcBef>
              <a:spcAft>
                <a:spcPts val="0"/>
              </a:spcAft>
              <a:buSzPts val="9600"/>
              <a:buNone/>
              <a:defRPr sz="9600"/>
            </a:lvl5pPr>
            <a:lvl6pPr lvl="5" algn="r">
              <a:lnSpc>
                <a:spcPct val="100000"/>
              </a:lnSpc>
              <a:spcBef>
                <a:spcPts val="0"/>
              </a:spcBef>
              <a:spcAft>
                <a:spcPts val="0"/>
              </a:spcAft>
              <a:buSzPts val="9600"/>
              <a:buNone/>
              <a:defRPr sz="9600"/>
            </a:lvl6pPr>
            <a:lvl7pPr lvl="6" algn="r">
              <a:lnSpc>
                <a:spcPct val="100000"/>
              </a:lnSpc>
              <a:spcBef>
                <a:spcPts val="0"/>
              </a:spcBef>
              <a:spcAft>
                <a:spcPts val="0"/>
              </a:spcAft>
              <a:buSzPts val="9600"/>
              <a:buNone/>
              <a:defRPr sz="9600"/>
            </a:lvl7pPr>
            <a:lvl8pPr lvl="7" algn="r">
              <a:lnSpc>
                <a:spcPct val="100000"/>
              </a:lnSpc>
              <a:spcBef>
                <a:spcPts val="0"/>
              </a:spcBef>
              <a:spcAft>
                <a:spcPts val="0"/>
              </a:spcAft>
              <a:buSzPts val="9600"/>
              <a:buNone/>
              <a:defRPr sz="9600"/>
            </a:lvl8pPr>
            <a:lvl9pPr lvl="8" algn="r">
              <a:lnSpc>
                <a:spcPct val="100000"/>
              </a:lnSpc>
              <a:spcBef>
                <a:spcPts val="0"/>
              </a:spcBef>
              <a:spcAft>
                <a:spcPts val="0"/>
              </a:spcAft>
              <a:buSzPts val="9600"/>
              <a:buNone/>
              <a:defRPr sz="9600"/>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Percentages">
  <p:cSld name="CAPTION_ONLY_1">
    <p:spTree>
      <p:nvGrpSpPr>
        <p:cNvPr id="1" name="Shape 302"/>
        <p:cNvGrpSpPr/>
        <p:nvPr/>
      </p:nvGrpSpPr>
      <p:grpSpPr>
        <a:xfrm>
          <a:off x="0" y="0"/>
          <a:ext cx="0" cy="0"/>
          <a:chOff x="0" y="0"/>
          <a:chExt cx="0" cy="0"/>
        </a:xfrm>
      </p:grpSpPr>
      <p:sp>
        <p:nvSpPr>
          <p:cNvPr id="303" name="Google Shape;303;p57"/>
          <p:cNvSpPr/>
          <p:nvPr/>
        </p:nvSpPr>
        <p:spPr>
          <a:xfrm flipH="1">
            <a:off x="4575900" y="0"/>
            <a:ext cx="4568100" cy="5143500"/>
          </a:xfrm>
          <a:prstGeom prst="rtTriangl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57"/>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5" name="Google Shape;305;p57"/>
          <p:cNvSpPr txBox="1">
            <a:spLocks noGrp="1"/>
          </p:cNvSpPr>
          <p:nvPr>
            <p:ph type="title" idx="2"/>
          </p:nvPr>
        </p:nvSpPr>
        <p:spPr>
          <a:xfrm>
            <a:off x="906433" y="1352100"/>
            <a:ext cx="1418400" cy="830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6"/>
              </a:buClr>
              <a:buSzPts val="4800"/>
              <a:buNone/>
              <a:defRPr sz="4800">
                <a:solidFill>
                  <a:schemeClr val="accent6"/>
                </a:solidFill>
              </a:defRPr>
            </a:lvl1pPr>
            <a:lvl2pPr lvl="1" algn="l">
              <a:lnSpc>
                <a:spcPct val="100000"/>
              </a:lnSpc>
              <a:spcBef>
                <a:spcPts val="0"/>
              </a:spcBef>
              <a:spcAft>
                <a:spcPts val="0"/>
              </a:spcAft>
              <a:buClr>
                <a:schemeClr val="accent6"/>
              </a:buClr>
              <a:buSzPts val="4800"/>
              <a:buNone/>
              <a:defRPr sz="4800">
                <a:solidFill>
                  <a:schemeClr val="accent6"/>
                </a:solidFill>
              </a:defRPr>
            </a:lvl2pPr>
            <a:lvl3pPr lvl="2" algn="l">
              <a:lnSpc>
                <a:spcPct val="100000"/>
              </a:lnSpc>
              <a:spcBef>
                <a:spcPts val="0"/>
              </a:spcBef>
              <a:spcAft>
                <a:spcPts val="0"/>
              </a:spcAft>
              <a:buClr>
                <a:schemeClr val="accent6"/>
              </a:buClr>
              <a:buSzPts val="4800"/>
              <a:buNone/>
              <a:defRPr sz="4800">
                <a:solidFill>
                  <a:schemeClr val="accent6"/>
                </a:solidFill>
              </a:defRPr>
            </a:lvl3pPr>
            <a:lvl4pPr lvl="3" algn="l">
              <a:lnSpc>
                <a:spcPct val="100000"/>
              </a:lnSpc>
              <a:spcBef>
                <a:spcPts val="0"/>
              </a:spcBef>
              <a:spcAft>
                <a:spcPts val="0"/>
              </a:spcAft>
              <a:buClr>
                <a:schemeClr val="accent6"/>
              </a:buClr>
              <a:buSzPts val="4800"/>
              <a:buNone/>
              <a:defRPr sz="4800">
                <a:solidFill>
                  <a:schemeClr val="accent6"/>
                </a:solidFill>
              </a:defRPr>
            </a:lvl4pPr>
            <a:lvl5pPr lvl="4" algn="l">
              <a:lnSpc>
                <a:spcPct val="100000"/>
              </a:lnSpc>
              <a:spcBef>
                <a:spcPts val="0"/>
              </a:spcBef>
              <a:spcAft>
                <a:spcPts val="0"/>
              </a:spcAft>
              <a:buClr>
                <a:schemeClr val="accent6"/>
              </a:buClr>
              <a:buSzPts val="4800"/>
              <a:buNone/>
              <a:defRPr sz="4800">
                <a:solidFill>
                  <a:schemeClr val="accent6"/>
                </a:solidFill>
              </a:defRPr>
            </a:lvl5pPr>
            <a:lvl6pPr lvl="5" algn="l">
              <a:lnSpc>
                <a:spcPct val="100000"/>
              </a:lnSpc>
              <a:spcBef>
                <a:spcPts val="0"/>
              </a:spcBef>
              <a:spcAft>
                <a:spcPts val="0"/>
              </a:spcAft>
              <a:buClr>
                <a:schemeClr val="accent6"/>
              </a:buClr>
              <a:buSzPts val="4800"/>
              <a:buNone/>
              <a:defRPr sz="4800">
                <a:solidFill>
                  <a:schemeClr val="accent6"/>
                </a:solidFill>
              </a:defRPr>
            </a:lvl6pPr>
            <a:lvl7pPr lvl="6" algn="l">
              <a:lnSpc>
                <a:spcPct val="100000"/>
              </a:lnSpc>
              <a:spcBef>
                <a:spcPts val="0"/>
              </a:spcBef>
              <a:spcAft>
                <a:spcPts val="0"/>
              </a:spcAft>
              <a:buClr>
                <a:schemeClr val="accent6"/>
              </a:buClr>
              <a:buSzPts val="4800"/>
              <a:buNone/>
              <a:defRPr sz="4800">
                <a:solidFill>
                  <a:schemeClr val="accent6"/>
                </a:solidFill>
              </a:defRPr>
            </a:lvl7pPr>
            <a:lvl8pPr lvl="7" algn="l">
              <a:lnSpc>
                <a:spcPct val="100000"/>
              </a:lnSpc>
              <a:spcBef>
                <a:spcPts val="0"/>
              </a:spcBef>
              <a:spcAft>
                <a:spcPts val="0"/>
              </a:spcAft>
              <a:buClr>
                <a:schemeClr val="accent6"/>
              </a:buClr>
              <a:buSzPts val="4800"/>
              <a:buNone/>
              <a:defRPr sz="4800">
                <a:solidFill>
                  <a:schemeClr val="accent6"/>
                </a:solidFill>
              </a:defRPr>
            </a:lvl8pPr>
            <a:lvl9pPr lvl="8" algn="l">
              <a:lnSpc>
                <a:spcPct val="100000"/>
              </a:lnSpc>
              <a:spcBef>
                <a:spcPts val="0"/>
              </a:spcBef>
              <a:spcAft>
                <a:spcPts val="0"/>
              </a:spcAft>
              <a:buClr>
                <a:schemeClr val="accent6"/>
              </a:buClr>
              <a:buSzPts val="4800"/>
              <a:buNone/>
              <a:defRPr sz="4800">
                <a:solidFill>
                  <a:schemeClr val="accent6"/>
                </a:solidFill>
              </a:defRPr>
            </a:lvl9pPr>
          </a:lstStyle>
          <a:p>
            <a:endParaRPr/>
          </a:p>
        </p:txBody>
      </p:sp>
      <p:sp>
        <p:nvSpPr>
          <p:cNvPr id="306" name="Google Shape;306;p57"/>
          <p:cNvSpPr txBox="1">
            <a:spLocks noGrp="1"/>
          </p:cNvSpPr>
          <p:nvPr>
            <p:ph type="title" idx="3"/>
          </p:nvPr>
        </p:nvSpPr>
        <p:spPr>
          <a:xfrm>
            <a:off x="906433" y="2481500"/>
            <a:ext cx="1418400" cy="830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6"/>
              </a:buClr>
              <a:buSzPts val="4800"/>
              <a:buNone/>
              <a:defRPr sz="4800">
                <a:solidFill>
                  <a:schemeClr val="accent6"/>
                </a:solidFill>
              </a:defRPr>
            </a:lvl1pPr>
            <a:lvl2pPr lvl="1" algn="l">
              <a:lnSpc>
                <a:spcPct val="100000"/>
              </a:lnSpc>
              <a:spcBef>
                <a:spcPts val="0"/>
              </a:spcBef>
              <a:spcAft>
                <a:spcPts val="0"/>
              </a:spcAft>
              <a:buClr>
                <a:schemeClr val="accent6"/>
              </a:buClr>
              <a:buSzPts val="4800"/>
              <a:buNone/>
              <a:defRPr sz="4800">
                <a:solidFill>
                  <a:schemeClr val="accent6"/>
                </a:solidFill>
              </a:defRPr>
            </a:lvl2pPr>
            <a:lvl3pPr lvl="2" algn="l">
              <a:lnSpc>
                <a:spcPct val="100000"/>
              </a:lnSpc>
              <a:spcBef>
                <a:spcPts val="0"/>
              </a:spcBef>
              <a:spcAft>
                <a:spcPts val="0"/>
              </a:spcAft>
              <a:buClr>
                <a:schemeClr val="accent6"/>
              </a:buClr>
              <a:buSzPts val="4800"/>
              <a:buNone/>
              <a:defRPr sz="4800">
                <a:solidFill>
                  <a:schemeClr val="accent6"/>
                </a:solidFill>
              </a:defRPr>
            </a:lvl3pPr>
            <a:lvl4pPr lvl="3" algn="l">
              <a:lnSpc>
                <a:spcPct val="100000"/>
              </a:lnSpc>
              <a:spcBef>
                <a:spcPts val="0"/>
              </a:spcBef>
              <a:spcAft>
                <a:spcPts val="0"/>
              </a:spcAft>
              <a:buClr>
                <a:schemeClr val="accent6"/>
              </a:buClr>
              <a:buSzPts val="4800"/>
              <a:buNone/>
              <a:defRPr sz="4800">
                <a:solidFill>
                  <a:schemeClr val="accent6"/>
                </a:solidFill>
              </a:defRPr>
            </a:lvl4pPr>
            <a:lvl5pPr lvl="4" algn="l">
              <a:lnSpc>
                <a:spcPct val="100000"/>
              </a:lnSpc>
              <a:spcBef>
                <a:spcPts val="0"/>
              </a:spcBef>
              <a:spcAft>
                <a:spcPts val="0"/>
              </a:spcAft>
              <a:buClr>
                <a:schemeClr val="accent6"/>
              </a:buClr>
              <a:buSzPts val="4800"/>
              <a:buNone/>
              <a:defRPr sz="4800">
                <a:solidFill>
                  <a:schemeClr val="accent6"/>
                </a:solidFill>
              </a:defRPr>
            </a:lvl5pPr>
            <a:lvl6pPr lvl="5" algn="l">
              <a:lnSpc>
                <a:spcPct val="100000"/>
              </a:lnSpc>
              <a:spcBef>
                <a:spcPts val="0"/>
              </a:spcBef>
              <a:spcAft>
                <a:spcPts val="0"/>
              </a:spcAft>
              <a:buClr>
                <a:schemeClr val="accent6"/>
              </a:buClr>
              <a:buSzPts val="4800"/>
              <a:buNone/>
              <a:defRPr sz="4800">
                <a:solidFill>
                  <a:schemeClr val="accent6"/>
                </a:solidFill>
              </a:defRPr>
            </a:lvl6pPr>
            <a:lvl7pPr lvl="6" algn="l">
              <a:lnSpc>
                <a:spcPct val="100000"/>
              </a:lnSpc>
              <a:spcBef>
                <a:spcPts val="0"/>
              </a:spcBef>
              <a:spcAft>
                <a:spcPts val="0"/>
              </a:spcAft>
              <a:buClr>
                <a:schemeClr val="accent6"/>
              </a:buClr>
              <a:buSzPts val="4800"/>
              <a:buNone/>
              <a:defRPr sz="4800">
                <a:solidFill>
                  <a:schemeClr val="accent6"/>
                </a:solidFill>
              </a:defRPr>
            </a:lvl7pPr>
            <a:lvl8pPr lvl="7" algn="l">
              <a:lnSpc>
                <a:spcPct val="100000"/>
              </a:lnSpc>
              <a:spcBef>
                <a:spcPts val="0"/>
              </a:spcBef>
              <a:spcAft>
                <a:spcPts val="0"/>
              </a:spcAft>
              <a:buClr>
                <a:schemeClr val="accent6"/>
              </a:buClr>
              <a:buSzPts val="4800"/>
              <a:buNone/>
              <a:defRPr sz="4800">
                <a:solidFill>
                  <a:schemeClr val="accent6"/>
                </a:solidFill>
              </a:defRPr>
            </a:lvl8pPr>
            <a:lvl9pPr lvl="8" algn="l">
              <a:lnSpc>
                <a:spcPct val="100000"/>
              </a:lnSpc>
              <a:spcBef>
                <a:spcPts val="0"/>
              </a:spcBef>
              <a:spcAft>
                <a:spcPts val="0"/>
              </a:spcAft>
              <a:buClr>
                <a:schemeClr val="accent6"/>
              </a:buClr>
              <a:buSzPts val="4800"/>
              <a:buNone/>
              <a:defRPr sz="4800">
                <a:solidFill>
                  <a:schemeClr val="accent6"/>
                </a:solidFill>
              </a:defRPr>
            </a:lvl9pPr>
          </a:lstStyle>
          <a:p>
            <a:endParaRPr/>
          </a:p>
        </p:txBody>
      </p:sp>
      <p:sp>
        <p:nvSpPr>
          <p:cNvPr id="307" name="Google Shape;307;p57"/>
          <p:cNvSpPr txBox="1">
            <a:spLocks noGrp="1"/>
          </p:cNvSpPr>
          <p:nvPr>
            <p:ph type="title" idx="4"/>
          </p:nvPr>
        </p:nvSpPr>
        <p:spPr>
          <a:xfrm>
            <a:off x="906433" y="3610900"/>
            <a:ext cx="1418400" cy="830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accent6"/>
              </a:buClr>
              <a:buSzPts val="4800"/>
              <a:buNone/>
              <a:defRPr sz="4800">
                <a:solidFill>
                  <a:schemeClr val="accent6"/>
                </a:solidFill>
              </a:defRPr>
            </a:lvl1pPr>
            <a:lvl2pPr lvl="1" algn="l">
              <a:lnSpc>
                <a:spcPct val="100000"/>
              </a:lnSpc>
              <a:spcBef>
                <a:spcPts val="0"/>
              </a:spcBef>
              <a:spcAft>
                <a:spcPts val="0"/>
              </a:spcAft>
              <a:buClr>
                <a:schemeClr val="accent6"/>
              </a:buClr>
              <a:buSzPts val="4800"/>
              <a:buNone/>
              <a:defRPr sz="4800">
                <a:solidFill>
                  <a:schemeClr val="accent6"/>
                </a:solidFill>
              </a:defRPr>
            </a:lvl2pPr>
            <a:lvl3pPr lvl="2" algn="l">
              <a:lnSpc>
                <a:spcPct val="100000"/>
              </a:lnSpc>
              <a:spcBef>
                <a:spcPts val="0"/>
              </a:spcBef>
              <a:spcAft>
                <a:spcPts val="0"/>
              </a:spcAft>
              <a:buClr>
                <a:schemeClr val="accent6"/>
              </a:buClr>
              <a:buSzPts val="4800"/>
              <a:buNone/>
              <a:defRPr sz="4800">
                <a:solidFill>
                  <a:schemeClr val="accent6"/>
                </a:solidFill>
              </a:defRPr>
            </a:lvl3pPr>
            <a:lvl4pPr lvl="3" algn="l">
              <a:lnSpc>
                <a:spcPct val="100000"/>
              </a:lnSpc>
              <a:spcBef>
                <a:spcPts val="0"/>
              </a:spcBef>
              <a:spcAft>
                <a:spcPts val="0"/>
              </a:spcAft>
              <a:buClr>
                <a:schemeClr val="accent6"/>
              </a:buClr>
              <a:buSzPts val="4800"/>
              <a:buNone/>
              <a:defRPr sz="4800">
                <a:solidFill>
                  <a:schemeClr val="accent6"/>
                </a:solidFill>
              </a:defRPr>
            </a:lvl4pPr>
            <a:lvl5pPr lvl="4" algn="l">
              <a:lnSpc>
                <a:spcPct val="100000"/>
              </a:lnSpc>
              <a:spcBef>
                <a:spcPts val="0"/>
              </a:spcBef>
              <a:spcAft>
                <a:spcPts val="0"/>
              </a:spcAft>
              <a:buClr>
                <a:schemeClr val="accent6"/>
              </a:buClr>
              <a:buSzPts val="4800"/>
              <a:buNone/>
              <a:defRPr sz="4800">
                <a:solidFill>
                  <a:schemeClr val="accent6"/>
                </a:solidFill>
              </a:defRPr>
            </a:lvl5pPr>
            <a:lvl6pPr lvl="5" algn="l">
              <a:lnSpc>
                <a:spcPct val="100000"/>
              </a:lnSpc>
              <a:spcBef>
                <a:spcPts val="0"/>
              </a:spcBef>
              <a:spcAft>
                <a:spcPts val="0"/>
              </a:spcAft>
              <a:buClr>
                <a:schemeClr val="accent6"/>
              </a:buClr>
              <a:buSzPts val="4800"/>
              <a:buNone/>
              <a:defRPr sz="4800">
                <a:solidFill>
                  <a:schemeClr val="accent6"/>
                </a:solidFill>
              </a:defRPr>
            </a:lvl6pPr>
            <a:lvl7pPr lvl="6" algn="l">
              <a:lnSpc>
                <a:spcPct val="100000"/>
              </a:lnSpc>
              <a:spcBef>
                <a:spcPts val="0"/>
              </a:spcBef>
              <a:spcAft>
                <a:spcPts val="0"/>
              </a:spcAft>
              <a:buClr>
                <a:schemeClr val="accent6"/>
              </a:buClr>
              <a:buSzPts val="4800"/>
              <a:buNone/>
              <a:defRPr sz="4800">
                <a:solidFill>
                  <a:schemeClr val="accent6"/>
                </a:solidFill>
              </a:defRPr>
            </a:lvl7pPr>
            <a:lvl8pPr lvl="7" algn="l">
              <a:lnSpc>
                <a:spcPct val="100000"/>
              </a:lnSpc>
              <a:spcBef>
                <a:spcPts val="0"/>
              </a:spcBef>
              <a:spcAft>
                <a:spcPts val="0"/>
              </a:spcAft>
              <a:buClr>
                <a:schemeClr val="accent6"/>
              </a:buClr>
              <a:buSzPts val="4800"/>
              <a:buNone/>
              <a:defRPr sz="4800">
                <a:solidFill>
                  <a:schemeClr val="accent6"/>
                </a:solidFill>
              </a:defRPr>
            </a:lvl8pPr>
            <a:lvl9pPr lvl="8" algn="l">
              <a:lnSpc>
                <a:spcPct val="100000"/>
              </a:lnSpc>
              <a:spcBef>
                <a:spcPts val="0"/>
              </a:spcBef>
              <a:spcAft>
                <a:spcPts val="0"/>
              </a:spcAft>
              <a:buClr>
                <a:schemeClr val="accent6"/>
              </a:buClr>
              <a:buSzPts val="4800"/>
              <a:buNone/>
              <a:defRPr sz="4800">
                <a:solidFill>
                  <a:schemeClr val="accent6"/>
                </a:solidFil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 Four Columns ">
  <p:cSld name="TITLE_ONLY_1_1_2">
    <p:spTree>
      <p:nvGrpSpPr>
        <p:cNvPr id="1" name="Shape 308"/>
        <p:cNvGrpSpPr/>
        <p:nvPr/>
      </p:nvGrpSpPr>
      <p:grpSpPr>
        <a:xfrm>
          <a:off x="0" y="0"/>
          <a:ext cx="0" cy="0"/>
          <a:chOff x="0" y="0"/>
          <a:chExt cx="0" cy="0"/>
        </a:xfrm>
      </p:grpSpPr>
      <p:sp>
        <p:nvSpPr>
          <p:cNvPr id="309" name="Google Shape;309;p58"/>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0" name="Google Shape;310;p58"/>
          <p:cNvSpPr txBox="1">
            <a:spLocks noGrp="1"/>
          </p:cNvSpPr>
          <p:nvPr>
            <p:ph type="title" idx="2"/>
          </p:nvPr>
        </p:nvSpPr>
        <p:spPr>
          <a:xfrm>
            <a:off x="2041800" y="1780700"/>
            <a:ext cx="2629500" cy="50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311" name="Google Shape;311;p58"/>
          <p:cNvSpPr txBox="1">
            <a:spLocks noGrp="1"/>
          </p:cNvSpPr>
          <p:nvPr>
            <p:ph type="subTitle" idx="1"/>
          </p:nvPr>
        </p:nvSpPr>
        <p:spPr>
          <a:xfrm>
            <a:off x="2041800" y="2249500"/>
            <a:ext cx="2629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312" name="Google Shape;312;p58"/>
          <p:cNvSpPr txBox="1">
            <a:spLocks noGrp="1"/>
          </p:cNvSpPr>
          <p:nvPr>
            <p:ph type="title" idx="3"/>
          </p:nvPr>
        </p:nvSpPr>
        <p:spPr>
          <a:xfrm>
            <a:off x="2041800" y="3356350"/>
            <a:ext cx="2629500" cy="50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313" name="Google Shape;313;p58"/>
          <p:cNvSpPr txBox="1">
            <a:spLocks noGrp="1"/>
          </p:cNvSpPr>
          <p:nvPr>
            <p:ph type="subTitle" idx="4"/>
          </p:nvPr>
        </p:nvSpPr>
        <p:spPr>
          <a:xfrm>
            <a:off x="2041800" y="3825150"/>
            <a:ext cx="2629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314" name="Google Shape;314;p58"/>
          <p:cNvSpPr txBox="1">
            <a:spLocks noGrp="1"/>
          </p:cNvSpPr>
          <p:nvPr>
            <p:ph type="title" idx="5"/>
          </p:nvPr>
        </p:nvSpPr>
        <p:spPr>
          <a:xfrm>
            <a:off x="6066117" y="1780700"/>
            <a:ext cx="2629500" cy="50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315" name="Google Shape;315;p58"/>
          <p:cNvSpPr txBox="1">
            <a:spLocks noGrp="1"/>
          </p:cNvSpPr>
          <p:nvPr>
            <p:ph type="subTitle" idx="6"/>
          </p:nvPr>
        </p:nvSpPr>
        <p:spPr>
          <a:xfrm>
            <a:off x="6066117" y="2249500"/>
            <a:ext cx="2629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316" name="Google Shape;316;p58"/>
          <p:cNvSpPr txBox="1">
            <a:spLocks noGrp="1"/>
          </p:cNvSpPr>
          <p:nvPr>
            <p:ph type="title" idx="7"/>
          </p:nvPr>
        </p:nvSpPr>
        <p:spPr>
          <a:xfrm>
            <a:off x="6066117" y="3356350"/>
            <a:ext cx="2629500" cy="50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317" name="Google Shape;317;p58"/>
          <p:cNvSpPr txBox="1">
            <a:spLocks noGrp="1"/>
          </p:cNvSpPr>
          <p:nvPr>
            <p:ph type="subTitle" idx="8"/>
          </p:nvPr>
        </p:nvSpPr>
        <p:spPr>
          <a:xfrm>
            <a:off x="6066117" y="3825150"/>
            <a:ext cx="2629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ection 1">
  <p:cSld name="SECTION_HEADER_2">
    <p:spTree>
      <p:nvGrpSpPr>
        <p:cNvPr id="1" name="Shape 318"/>
        <p:cNvGrpSpPr/>
        <p:nvPr/>
      </p:nvGrpSpPr>
      <p:grpSpPr>
        <a:xfrm>
          <a:off x="0" y="0"/>
          <a:ext cx="0" cy="0"/>
          <a:chOff x="0" y="0"/>
          <a:chExt cx="0" cy="0"/>
        </a:xfrm>
      </p:grpSpPr>
      <p:sp>
        <p:nvSpPr>
          <p:cNvPr id="319" name="Google Shape;319;p59"/>
          <p:cNvSpPr/>
          <p:nvPr/>
        </p:nvSpPr>
        <p:spPr>
          <a:xfrm flipH="1">
            <a:off x="5990100" y="-13675"/>
            <a:ext cx="3153900" cy="51573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59"/>
          <p:cNvSpPr txBox="1">
            <a:spLocks noGrp="1"/>
          </p:cNvSpPr>
          <p:nvPr>
            <p:ph type="title"/>
          </p:nvPr>
        </p:nvSpPr>
        <p:spPr>
          <a:xfrm>
            <a:off x="792225" y="2379450"/>
            <a:ext cx="41424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321" name="Google Shape;321;p59"/>
          <p:cNvSpPr txBox="1">
            <a:spLocks noGrp="1"/>
          </p:cNvSpPr>
          <p:nvPr>
            <p:ph type="subTitle" idx="1"/>
          </p:nvPr>
        </p:nvSpPr>
        <p:spPr>
          <a:xfrm>
            <a:off x="792225" y="3291025"/>
            <a:ext cx="34647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22" name="Google Shape;322;p59"/>
          <p:cNvSpPr txBox="1">
            <a:spLocks noGrp="1"/>
          </p:cNvSpPr>
          <p:nvPr>
            <p:ph type="title" idx="2"/>
          </p:nvPr>
        </p:nvSpPr>
        <p:spPr>
          <a:xfrm>
            <a:off x="792225" y="963550"/>
            <a:ext cx="3464700" cy="1282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 Design">
  <p:cSld name="CAPTION_ONLY_2">
    <p:bg>
      <p:bgPr>
        <a:solidFill>
          <a:schemeClr val="accent4"/>
        </a:solidFill>
        <a:effectLst/>
      </p:bgPr>
    </p:bg>
    <p:spTree>
      <p:nvGrpSpPr>
        <p:cNvPr id="1" name="Shape 323"/>
        <p:cNvGrpSpPr/>
        <p:nvPr/>
      </p:nvGrpSpPr>
      <p:grpSpPr>
        <a:xfrm>
          <a:off x="0" y="0"/>
          <a:ext cx="0" cy="0"/>
          <a:chOff x="0" y="0"/>
          <a:chExt cx="0" cy="0"/>
        </a:xfrm>
      </p:grpSpPr>
      <p:sp>
        <p:nvSpPr>
          <p:cNvPr id="324" name="Google Shape;324;p60"/>
          <p:cNvSpPr/>
          <p:nvPr/>
        </p:nvSpPr>
        <p:spPr>
          <a:xfrm rot="10800000">
            <a:off x="5819100" y="0"/>
            <a:ext cx="3324900" cy="3324900"/>
          </a:xfrm>
          <a:prstGeom prst="rtTriangl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60"/>
          <p:cNvSpPr/>
          <p:nvPr/>
        </p:nvSpPr>
        <p:spPr>
          <a:xfrm>
            <a:off x="0" y="1826400"/>
            <a:ext cx="3317100" cy="3317100"/>
          </a:xfrm>
          <a:prstGeom prst="rtTriangl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60"/>
          <p:cNvSpPr txBox="1">
            <a:spLocks noGrp="1"/>
          </p:cNvSpPr>
          <p:nvPr>
            <p:ph type="title"/>
          </p:nvPr>
        </p:nvSpPr>
        <p:spPr>
          <a:xfrm>
            <a:off x="311700" y="254450"/>
            <a:ext cx="8520600" cy="88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2">
  <p:cSld name="SECTION_HEADER_1_1">
    <p:spTree>
      <p:nvGrpSpPr>
        <p:cNvPr id="1" name="Shape 327"/>
        <p:cNvGrpSpPr/>
        <p:nvPr/>
      </p:nvGrpSpPr>
      <p:grpSpPr>
        <a:xfrm>
          <a:off x="0" y="0"/>
          <a:ext cx="0" cy="0"/>
          <a:chOff x="0" y="0"/>
          <a:chExt cx="0" cy="0"/>
        </a:xfrm>
      </p:grpSpPr>
      <p:sp>
        <p:nvSpPr>
          <p:cNvPr id="328" name="Google Shape;328;p61"/>
          <p:cNvSpPr/>
          <p:nvPr/>
        </p:nvSpPr>
        <p:spPr>
          <a:xfrm flipH="1">
            <a:off x="0" y="0"/>
            <a:ext cx="31455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61"/>
          <p:cNvSpPr txBox="1">
            <a:spLocks noGrp="1"/>
          </p:cNvSpPr>
          <p:nvPr>
            <p:ph type="title"/>
          </p:nvPr>
        </p:nvSpPr>
        <p:spPr>
          <a:xfrm>
            <a:off x="4181057" y="2379450"/>
            <a:ext cx="4142400" cy="8418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6000"/>
              <a:buNone/>
              <a:defRPr sz="6000"/>
            </a:lvl1pPr>
            <a:lvl2pPr lvl="1" algn="r">
              <a:lnSpc>
                <a:spcPct val="100000"/>
              </a:lnSpc>
              <a:spcBef>
                <a:spcPts val="0"/>
              </a:spcBef>
              <a:spcAft>
                <a:spcPts val="0"/>
              </a:spcAft>
              <a:buSzPts val="6000"/>
              <a:buNone/>
              <a:defRPr sz="6000"/>
            </a:lvl2pPr>
            <a:lvl3pPr lvl="2" algn="r">
              <a:lnSpc>
                <a:spcPct val="100000"/>
              </a:lnSpc>
              <a:spcBef>
                <a:spcPts val="0"/>
              </a:spcBef>
              <a:spcAft>
                <a:spcPts val="0"/>
              </a:spcAft>
              <a:buSzPts val="6000"/>
              <a:buNone/>
              <a:defRPr sz="6000"/>
            </a:lvl3pPr>
            <a:lvl4pPr lvl="3" algn="r">
              <a:lnSpc>
                <a:spcPct val="100000"/>
              </a:lnSpc>
              <a:spcBef>
                <a:spcPts val="0"/>
              </a:spcBef>
              <a:spcAft>
                <a:spcPts val="0"/>
              </a:spcAft>
              <a:buSzPts val="6000"/>
              <a:buNone/>
              <a:defRPr sz="6000"/>
            </a:lvl4pPr>
            <a:lvl5pPr lvl="4" algn="r">
              <a:lnSpc>
                <a:spcPct val="100000"/>
              </a:lnSpc>
              <a:spcBef>
                <a:spcPts val="0"/>
              </a:spcBef>
              <a:spcAft>
                <a:spcPts val="0"/>
              </a:spcAft>
              <a:buSzPts val="6000"/>
              <a:buNone/>
              <a:defRPr sz="6000"/>
            </a:lvl5pPr>
            <a:lvl6pPr lvl="5" algn="r">
              <a:lnSpc>
                <a:spcPct val="100000"/>
              </a:lnSpc>
              <a:spcBef>
                <a:spcPts val="0"/>
              </a:spcBef>
              <a:spcAft>
                <a:spcPts val="0"/>
              </a:spcAft>
              <a:buSzPts val="6000"/>
              <a:buNone/>
              <a:defRPr sz="6000"/>
            </a:lvl6pPr>
            <a:lvl7pPr lvl="6" algn="r">
              <a:lnSpc>
                <a:spcPct val="100000"/>
              </a:lnSpc>
              <a:spcBef>
                <a:spcPts val="0"/>
              </a:spcBef>
              <a:spcAft>
                <a:spcPts val="0"/>
              </a:spcAft>
              <a:buSzPts val="6000"/>
              <a:buNone/>
              <a:defRPr sz="6000"/>
            </a:lvl7pPr>
            <a:lvl8pPr lvl="7" algn="r">
              <a:lnSpc>
                <a:spcPct val="100000"/>
              </a:lnSpc>
              <a:spcBef>
                <a:spcPts val="0"/>
              </a:spcBef>
              <a:spcAft>
                <a:spcPts val="0"/>
              </a:spcAft>
              <a:buSzPts val="6000"/>
              <a:buNone/>
              <a:defRPr sz="6000"/>
            </a:lvl8pPr>
            <a:lvl9pPr lvl="8" algn="r">
              <a:lnSpc>
                <a:spcPct val="100000"/>
              </a:lnSpc>
              <a:spcBef>
                <a:spcPts val="0"/>
              </a:spcBef>
              <a:spcAft>
                <a:spcPts val="0"/>
              </a:spcAft>
              <a:buSzPts val="6000"/>
              <a:buNone/>
              <a:defRPr sz="6000"/>
            </a:lvl9pPr>
          </a:lstStyle>
          <a:p>
            <a:endParaRPr/>
          </a:p>
        </p:txBody>
      </p:sp>
      <p:sp>
        <p:nvSpPr>
          <p:cNvPr id="330" name="Google Shape;330;p61"/>
          <p:cNvSpPr txBox="1">
            <a:spLocks noGrp="1"/>
          </p:cNvSpPr>
          <p:nvPr>
            <p:ph type="subTitle" idx="1"/>
          </p:nvPr>
        </p:nvSpPr>
        <p:spPr>
          <a:xfrm>
            <a:off x="4858757" y="3291025"/>
            <a:ext cx="3464700" cy="7926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600"/>
              <a:buNone/>
              <a:defRPr sz="1600">
                <a:solidFill>
                  <a:schemeClr val="dk1"/>
                </a:solidFill>
              </a:defRPr>
            </a:lvl1pPr>
            <a:lvl2pPr lvl="1" algn="r">
              <a:lnSpc>
                <a:spcPct val="100000"/>
              </a:lnSpc>
              <a:spcBef>
                <a:spcPts val="0"/>
              </a:spcBef>
              <a:spcAft>
                <a:spcPts val="0"/>
              </a:spcAft>
              <a:buClr>
                <a:schemeClr val="dk1"/>
              </a:buClr>
              <a:buSzPts val="1600"/>
              <a:buNone/>
              <a:defRPr sz="1600">
                <a:solidFill>
                  <a:schemeClr val="dk1"/>
                </a:solidFill>
              </a:defRPr>
            </a:lvl2pPr>
            <a:lvl3pPr lvl="2" algn="r">
              <a:lnSpc>
                <a:spcPct val="100000"/>
              </a:lnSpc>
              <a:spcBef>
                <a:spcPts val="0"/>
              </a:spcBef>
              <a:spcAft>
                <a:spcPts val="0"/>
              </a:spcAft>
              <a:buClr>
                <a:schemeClr val="dk1"/>
              </a:buClr>
              <a:buSzPts val="1600"/>
              <a:buNone/>
              <a:defRPr sz="1600">
                <a:solidFill>
                  <a:schemeClr val="dk1"/>
                </a:solidFill>
              </a:defRPr>
            </a:lvl3pPr>
            <a:lvl4pPr lvl="3" algn="r">
              <a:lnSpc>
                <a:spcPct val="100000"/>
              </a:lnSpc>
              <a:spcBef>
                <a:spcPts val="0"/>
              </a:spcBef>
              <a:spcAft>
                <a:spcPts val="0"/>
              </a:spcAft>
              <a:buClr>
                <a:schemeClr val="dk1"/>
              </a:buClr>
              <a:buSzPts val="1600"/>
              <a:buNone/>
              <a:defRPr sz="1600">
                <a:solidFill>
                  <a:schemeClr val="dk1"/>
                </a:solidFill>
              </a:defRPr>
            </a:lvl4pPr>
            <a:lvl5pPr lvl="4" algn="r">
              <a:lnSpc>
                <a:spcPct val="100000"/>
              </a:lnSpc>
              <a:spcBef>
                <a:spcPts val="0"/>
              </a:spcBef>
              <a:spcAft>
                <a:spcPts val="0"/>
              </a:spcAft>
              <a:buClr>
                <a:schemeClr val="dk1"/>
              </a:buClr>
              <a:buSzPts val="1600"/>
              <a:buNone/>
              <a:defRPr sz="1600">
                <a:solidFill>
                  <a:schemeClr val="dk1"/>
                </a:solidFill>
              </a:defRPr>
            </a:lvl5pPr>
            <a:lvl6pPr lvl="5" algn="r">
              <a:lnSpc>
                <a:spcPct val="100000"/>
              </a:lnSpc>
              <a:spcBef>
                <a:spcPts val="0"/>
              </a:spcBef>
              <a:spcAft>
                <a:spcPts val="0"/>
              </a:spcAft>
              <a:buClr>
                <a:schemeClr val="dk1"/>
              </a:buClr>
              <a:buSzPts val="1600"/>
              <a:buNone/>
              <a:defRPr sz="1600">
                <a:solidFill>
                  <a:schemeClr val="dk1"/>
                </a:solidFill>
              </a:defRPr>
            </a:lvl6pPr>
            <a:lvl7pPr lvl="6" algn="r">
              <a:lnSpc>
                <a:spcPct val="100000"/>
              </a:lnSpc>
              <a:spcBef>
                <a:spcPts val="0"/>
              </a:spcBef>
              <a:spcAft>
                <a:spcPts val="0"/>
              </a:spcAft>
              <a:buClr>
                <a:schemeClr val="dk1"/>
              </a:buClr>
              <a:buSzPts val="1600"/>
              <a:buNone/>
              <a:defRPr sz="1600">
                <a:solidFill>
                  <a:schemeClr val="dk1"/>
                </a:solidFill>
              </a:defRPr>
            </a:lvl7pPr>
            <a:lvl8pPr lvl="7" algn="r">
              <a:lnSpc>
                <a:spcPct val="100000"/>
              </a:lnSpc>
              <a:spcBef>
                <a:spcPts val="0"/>
              </a:spcBef>
              <a:spcAft>
                <a:spcPts val="0"/>
              </a:spcAft>
              <a:buClr>
                <a:schemeClr val="dk1"/>
              </a:buClr>
              <a:buSzPts val="1600"/>
              <a:buNone/>
              <a:defRPr sz="1600">
                <a:solidFill>
                  <a:schemeClr val="dk1"/>
                </a:solidFill>
              </a:defRPr>
            </a:lvl8pPr>
            <a:lvl9pPr lvl="8" algn="r">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31" name="Google Shape;331;p61"/>
          <p:cNvSpPr txBox="1">
            <a:spLocks noGrp="1"/>
          </p:cNvSpPr>
          <p:nvPr>
            <p:ph type="title" idx="2"/>
          </p:nvPr>
        </p:nvSpPr>
        <p:spPr>
          <a:xfrm>
            <a:off x="4858757" y="963550"/>
            <a:ext cx="3464700" cy="12822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9600"/>
              <a:buNone/>
              <a:defRPr sz="9600"/>
            </a:lvl1pPr>
            <a:lvl2pPr lvl="1" algn="r">
              <a:lnSpc>
                <a:spcPct val="100000"/>
              </a:lnSpc>
              <a:spcBef>
                <a:spcPts val="0"/>
              </a:spcBef>
              <a:spcAft>
                <a:spcPts val="0"/>
              </a:spcAft>
              <a:buSzPts val="9600"/>
              <a:buNone/>
              <a:defRPr sz="9600"/>
            </a:lvl2pPr>
            <a:lvl3pPr lvl="2" algn="r">
              <a:lnSpc>
                <a:spcPct val="100000"/>
              </a:lnSpc>
              <a:spcBef>
                <a:spcPts val="0"/>
              </a:spcBef>
              <a:spcAft>
                <a:spcPts val="0"/>
              </a:spcAft>
              <a:buSzPts val="9600"/>
              <a:buNone/>
              <a:defRPr sz="9600"/>
            </a:lvl3pPr>
            <a:lvl4pPr lvl="3" algn="r">
              <a:lnSpc>
                <a:spcPct val="100000"/>
              </a:lnSpc>
              <a:spcBef>
                <a:spcPts val="0"/>
              </a:spcBef>
              <a:spcAft>
                <a:spcPts val="0"/>
              </a:spcAft>
              <a:buSzPts val="9600"/>
              <a:buNone/>
              <a:defRPr sz="9600"/>
            </a:lvl4pPr>
            <a:lvl5pPr lvl="4" algn="r">
              <a:lnSpc>
                <a:spcPct val="100000"/>
              </a:lnSpc>
              <a:spcBef>
                <a:spcPts val="0"/>
              </a:spcBef>
              <a:spcAft>
                <a:spcPts val="0"/>
              </a:spcAft>
              <a:buSzPts val="9600"/>
              <a:buNone/>
              <a:defRPr sz="9600"/>
            </a:lvl5pPr>
            <a:lvl6pPr lvl="5" algn="r">
              <a:lnSpc>
                <a:spcPct val="100000"/>
              </a:lnSpc>
              <a:spcBef>
                <a:spcPts val="0"/>
              </a:spcBef>
              <a:spcAft>
                <a:spcPts val="0"/>
              </a:spcAft>
              <a:buSzPts val="9600"/>
              <a:buNone/>
              <a:defRPr sz="9600"/>
            </a:lvl6pPr>
            <a:lvl7pPr lvl="6" algn="r">
              <a:lnSpc>
                <a:spcPct val="100000"/>
              </a:lnSpc>
              <a:spcBef>
                <a:spcPts val="0"/>
              </a:spcBef>
              <a:spcAft>
                <a:spcPts val="0"/>
              </a:spcAft>
              <a:buSzPts val="9600"/>
              <a:buNone/>
              <a:defRPr sz="9600"/>
            </a:lvl7pPr>
            <a:lvl8pPr lvl="7" algn="r">
              <a:lnSpc>
                <a:spcPct val="100000"/>
              </a:lnSpc>
              <a:spcBef>
                <a:spcPts val="0"/>
              </a:spcBef>
              <a:spcAft>
                <a:spcPts val="0"/>
              </a:spcAft>
              <a:buSzPts val="9600"/>
              <a:buNone/>
              <a:defRPr sz="9600"/>
            </a:lvl8pPr>
            <a:lvl9pPr lvl="8" algn="r">
              <a:lnSpc>
                <a:spcPct val="100000"/>
              </a:lnSpc>
              <a:spcBef>
                <a:spcPts val="0"/>
              </a:spcBef>
              <a:spcAft>
                <a:spcPts val="0"/>
              </a:spcAft>
              <a:buSzPts val="9600"/>
              <a:buNone/>
              <a:defRPr sz="96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 Three Columns ">
  <p:cSld name="TITLE_ONLY_1_1_3">
    <p:spTree>
      <p:nvGrpSpPr>
        <p:cNvPr id="1" name="Shape 332"/>
        <p:cNvGrpSpPr/>
        <p:nvPr/>
      </p:nvGrpSpPr>
      <p:grpSpPr>
        <a:xfrm>
          <a:off x="0" y="0"/>
          <a:ext cx="0" cy="0"/>
          <a:chOff x="0" y="0"/>
          <a:chExt cx="0" cy="0"/>
        </a:xfrm>
      </p:grpSpPr>
      <p:sp>
        <p:nvSpPr>
          <p:cNvPr id="333" name="Google Shape;333;p62"/>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4" name="Google Shape;334;p62"/>
          <p:cNvSpPr txBox="1">
            <a:spLocks noGrp="1"/>
          </p:cNvSpPr>
          <p:nvPr>
            <p:ph type="title" idx="2"/>
          </p:nvPr>
        </p:nvSpPr>
        <p:spPr>
          <a:xfrm>
            <a:off x="877268" y="30902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35" name="Google Shape;335;p62"/>
          <p:cNvSpPr txBox="1">
            <a:spLocks noGrp="1"/>
          </p:cNvSpPr>
          <p:nvPr>
            <p:ph type="subTitle" idx="1"/>
          </p:nvPr>
        </p:nvSpPr>
        <p:spPr>
          <a:xfrm>
            <a:off x="877268" y="3635225"/>
            <a:ext cx="2213700" cy="100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36" name="Google Shape;336;p62"/>
          <p:cNvSpPr txBox="1">
            <a:spLocks noGrp="1"/>
          </p:cNvSpPr>
          <p:nvPr>
            <p:ph type="title" idx="3"/>
          </p:nvPr>
        </p:nvSpPr>
        <p:spPr>
          <a:xfrm>
            <a:off x="3465150" y="30902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37" name="Google Shape;337;p62"/>
          <p:cNvSpPr txBox="1">
            <a:spLocks noGrp="1"/>
          </p:cNvSpPr>
          <p:nvPr>
            <p:ph type="subTitle" idx="4"/>
          </p:nvPr>
        </p:nvSpPr>
        <p:spPr>
          <a:xfrm>
            <a:off x="3465150" y="3635225"/>
            <a:ext cx="2213700" cy="100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38" name="Google Shape;338;p62"/>
          <p:cNvSpPr txBox="1">
            <a:spLocks noGrp="1"/>
          </p:cNvSpPr>
          <p:nvPr>
            <p:ph type="title" idx="5"/>
          </p:nvPr>
        </p:nvSpPr>
        <p:spPr>
          <a:xfrm>
            <a:off x="6053032" y="30902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39" name="Google Shape;339;p62"/>
          <p:cNvSpPr txBox="1">
            <a:spLocks noGrp="1"/>
          </p:cNvSpPr>
          <p:nvPr>
            <p:ph type="subTitle" idx="6"/>
          </p:nvPr>
        </p:nvSpPr>
        <p:spPr>
          <a:xfrm>
            <a:off x="6053032" y="3635225"/>
            <a:ext cx="2213700" cy="100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 Text">
  <p:cSld name="SECTION_TITLE_AND_DESCRIPTION_1">
    <p:spTree>
      <p:nvGrpSpPr>
        <p:cNvPr id="1" name="Shape 340"/>
        <p:cNvGrpSpPr/>
        <p:nvPr/>
      </p:nvGrpSpPr>
      <p:grpSpPr>
        <a:xfrm>
          <a:off x="0" y="0"/>
          <a:ext cx="0" cy="0"/>
          <a:chOff x="0" y="0"/>
          <a:chExt cx="0" cy="0"/>
        </a:xfrm>
      </p:grpSpPr>
      <p:sp>
        <p:nvSpPr>
          <p:cNvPr id="341" name="Google Shape;341;p63"/>
          <p:cNvSpPr txBox="1">
            <a:spLocks noGrp="1"/>
          </p:cNvSpPr>
          <p:nvPr>
            <p:ph type="subTitle" idx="1"/>
          </p:nvPr>
        </p:nvSpPr>
        <p:spPr>
          <a:xfrm>
            <a:off x="1004975" y="1770275"/>
            <a:ext cx="2391000" cy="564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Neucha"/>
              <a:buNone/>
              <a:defRPr sz="2400">
                <a:latin typeface="Neucha"/>
                <a:ea typeface="Neucha"/>
                <a:cs typeface="Neucha"/>
                <a:sym typeface="Neucha"/>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2" name="Google Shape;342;p63"/>
          <p:cNvSpPr txBox="1">
            <a:spLocks noGrp="1"/>
          </p:cNvSpPr>
          <p:nvPr>
            <p:ph type="body" idx="2"/>
          </p:nvPr>
        </p:nvSpPr>
        <p:spPr>
          <a:xfrm>
            <a:off x="1004975" y="2543075"/>
            <a:ext cx="2391000" cy="14475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1600"/>
              </a:spcBef>
              <a:spcAft>
                <a:spcPts val="0"/>
              </a:spcAft>
              <a:buSzPts val="1600"/>
              <a:buChar char="○"/>
              <a:defRPr sz="1600"/>
            </a:lvl2pPr>
            <a:lvl3pPr marL="1371600" lvl="2" indent="-330200" algn="l">
              <a:lnSpc>
                <a:spcPct val="100000"/>
              </a:lnSpc>
              <a:spcBef>
                <a:spcPts val="1600"/>
              </a:spcBef>
              <a:spcAft>
                <a:spcPts val="0"/>
              </a:spcAft>
              <a:buSzPts val="1600"/>
              <a:buChar char="■"/>
              <a:defRPr sz="1600"/>
            </a:lvl3pPr>
            <a:lvl4pPr marL="1828800" lvl="3" indent="-330200" algn="l">
              <a:lnSpc>
                <a:spcPct val="100000"/>
              </a:lnSpc>
              <a:spcBef>
                <a:spcPts val="1600"/>
              </a:spcBef>
              <a:spcAft>
                <a:spcPts val="0"/>
              </a:spcAft>
              <a:buSzPts val="1600"/>
              <a:buChar char="●"/>
              <a:defRPr sz="1600"/>
            </a:lvl4pPr>
            <a:lvl5pPr marL="2286000" lvl="4" indent="-330200" algn="l">
              <a:lnSpc>
                <a:spcPct val="100000"/>
              </a:lnSpc>
              <a:spcBef>
                <a:spcPts val="1600"/>
              </a:spcBef>
              <a:spcAft>
                <a:spcPts val="0"/>
              </a:spcAft>
              <a:buSzPts val="1600"/>
              <a:buChar char="○"/>
              <a:defRPr sz="1600"/>
            </a:lvl5pPr>
            <a:lvl6pPr marL="2743200" lvl="5" indent="-330200" algn="l">
              <a:lnSpc>
                <a:spcPct val="100000"/>
              </a:lnSpc>
              <a:spcBef>
                <a:spcPts val="1600"/>
              </a:spcBef>
              <a:spcAft>
                <a:spcPts val="0"/>
              </a:spcAft>
              <a:buSzPts val="1600"/>
              <a:buChar char="■"/>
              <a:defRPr sz="1600"/>
            </a:lvl6pPr>
            <a:lvl7pPr marL="3200400" lvl="6" indent="-330200" algn="l">
              <a:lnSpc>
                <a:spcPct val="100000"/>
              </a:lnSpc>
              <a:spcBef>
                <a:spcPts val="1600"/>
              </a:spcBef>
              <a:spcAft>
                <a:spcPts val="0"/>
              </a:spcAft>
              <a:buSzPts val="1600"/>
              <a:buChar char="●"/>
              <a:defRPr sz="1600"/>
            </a:lvl7pPr>
            <a:lvl8pPr marL="3657600" lvl="7" indent="-330200" algn="l">
              <a:lnSpc>
                <a:spcPct val="100000"/>
              </a:lnSpc>
              <a:spcBef>
                <a:spcPts val="1600"/>
              </a:spcBef>
              <a:spcAft>
                <a:spcPts val="0"/>
              </a:spcAft>
              <a:buSzPts val="1600"/>
              <a:buChar char="○"/>
              <a:defRPr sz="1600"/>
            </a:lvl8pPr>
            <a:lvl9pPr marL="4114800" lvl="8" indent="-330200" algn="l">
              <a:lnSpc>
                <a:spcPct val="100000"/>
              </a:lnSpc>
              <a:spcBef>
                <a:spcPts val="1600"/>
              </a:spcBef>
              <a:spcAft>
                <a:spcPts val="1600"/>
              </a:spcAft>
              <a:buSzPts val="1600"/>
              <a:buChar char="■"/>
              <a:defRPr sz="1600"/>
            </a:lvl9pPr>
          </a:lstStyle>
          <a:p>
            <a:endParaRPr/>
          </a:p>
        </p:txBody>
      </p:sp>
      <p:sp>
        <p:nvSpPr>
          <p:cNvPr id="343" name="Google Shape;343;p63"/>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 Six Columns">
  <p:cSld name="TITLE_ONLY_1_1_3_1">
    <p:spTree>
      <p:nvGrpSpPr>
        <p:cNvPr id="1" name="Shape 344"/>
        <p:cNvGrpSpPr/>
        <p:nvPr/>
      </p:nvGrpSpPr>
      <p:grpSpPr>
        <a:xfrm>
          <a:off x="0" y="0"/>
          <a:ext cx="0" cy="0"/>
          <a:chOff x="0" y="0"/>
          <a:chExt cx="0" cy="0"/>
        </a:xfrm>
      </p:grpSpPr>
      <p:sp>
        <p:nvSpPr>
          <p:cNvPr id="345" name="Google Shape;345;p64"/>
          <p:cNvSpPr/>
          <p:nvPr/>
        </p:nvSpPr>
        <p:spPr>
          <a:xfrm>
            <a:off x="-17225" y="1378500"/>
            <a:ext cx="9161100" cy="37650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64"/>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7" name="Google Shape;347;p64"/>
          <p:cNvSpPr txBox="1">
            <a:spLocks noGrp="1"/>
          </p:cNvSpPr>
          <p:nvPr>
            <p:ph type="title" idx="2"/>
          </p:nvPr>
        </p:nvSpPr>
        <p:spPr>
          <a:xfrm>
            <a:off x="877268" y="34006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8" name="Google Shape;348;p64"/>
          <p:cNvSpPr txBox="1">
            <a:spLocks noGrp="1"/>
          </p:cNvSpPr>
          <p:nvPr>
            <p:ph type="subTitle" idx="1"/>
          </p:nvPr>
        </p:nvSpPr>
        <p:spPr>
          <a:xfrm>
            <a:off x="877275" y="3945625"/>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9" name="Google Shape;349;p64"/>
          <p:cNvSpPr txBox="1">
            <a:spLocks noGrp="1"/>
          </p:cNvSpPr>
          <p:nvPr>
            <p:ph type="title" idx="3"/>
          </p:nvPr>
        </p:nvSpPr>
        <p:spPr>
          <a:xfrm>
            <a:off x="3465150" y="34006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0" name="Google Shape;350;p64"/>
          <p:cNvSpPr txBox="1">
            <a:spLocks noGrp="1"/>
          </p:cNvSpPr>
          <p:nvPr>
            <p:ph type="subTitle" idx="4"/>
          </p:nvPr>
        </p:nvSpPr>
        <p:spPr>
          <a:xfrm>
            <a:off x="3465151" y="3945625"/>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1" name="Google Shape;351;p64"/>
          <p:cNvSpPr txBox="1">
            <a:spLocks noGrp="1"/>
          </p:cNvSpPr>
          <p:nvPr>
            <p:ph type="title" idx="5"/>
          </p:nvPr>
        </p:nvSpPr>
        <p:spPr>
          <a:xfrm>
            <a:off x="6053032" y="3400625"/>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2" name="Google Shape;352;p64"/>
          <p:cNvSpPr txBox="1">
            <a:spLocks noGrp="1"/>
          </p:cNvSpPr>
          <p:nvPr>
            <p:ph type="subTitle" idx="6"/>
          </p:nvPr>
        </p:nvSpPr>
        <p:spPr>
          <a:xfrm>
            <a:off x="6053026" y="3945625"/>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3" name="Google Shape;353;p64"/>
          <p:cNvSpPr txBox="1">
            <a:spLocks noGrp="1"/>
          </p:cNvSpPr>
          <p:nvPr>
            <p:ph type="title" idx="7"/>
          </p:nvPr>
        </p:nvSpPr>
        <p:spPr>
          <a:xfrm>
            <a:off x="877268" y="1891450"/>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4" name="Google Shape;354;p64"/>
          <p:cNvSpPr txBox="1">
            <a:spLocks noGrp="1"/>
          </p:cNvSpPr>
          <p:nvPr>
            <p:ph type="subTitle" idx="8"/>
          </p:nvPr>
        </p:nvSpPr>
        <p:spPr>
          <a:xfrm>
            <a:off x="877275" y="2436450"/>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5" name="Google Shape;355;p64"/>
          <p:cNvSpPr txBox="1">
            <a:spLocks noGrp="1"/>
          </p:cNvSpPr>
          <p:nvPr>
            <p:ph type="title" idx="9"/>
          </p:nvPr>
        </p:nvSpPr>
        <p:spPr>
          <a:xfrm>
            <a:off x="3465150" y="1891450"/>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6" name="Google Shape;356;p64"/>
          <p:cNvSpPr txBox="1">
            <a:spLocks noGrp="1"/>
          </p:cNvSpPr>
          <p:nvPr>
            <p:ph type="subTitle" idx="13"/>
          </p:nvPr>
        </p:nvSpPr>
        <p:spPr>
          <a:xfrm>
            <a:off x="3465151" y="2436450"/>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7" name="Google Shape;357;p64"/>
          <p:cNvSpPr txBox="1">
            <a:spLocks noGrp="1"/>
          </p:cNvSpPr>
          <p:nvPr>
            <p:ph type="title" idx="14"/>
          </p:nvPr>
        </p:nvSpPr>
        <p:spPr>
          <a:xfrm>
            <a:off x="6053032" y="1891450"/>
            <a:ext cx="2213700" cy="50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8" name="Google Shape;358;p64"/>
          <p:cNvSpPr txBox="1">
            <a:spLocks noGrp="1"/>
          </p:cNvSpPr>
          <p:nvPr>
            <p:ph type="subTitle" idx="15"/>
          </p:nvPr>
        </p:nvSpPr>
        <p:spPr>
          <a:xfrm>
            <a:off x="6053026" y="2436450"/>
            <a:ext cx="22137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 Design 2">
  <p:cSld name="TITLE_ONLY_1_1_4">
    <p:spTree>
      <p:nvGrpSpPr>
        <p:cNvPr id="1" name="Shape 359"/>
        <p:cNvGrpSpPr/>
        <p:nvPr/>
      </p:nvGrpSpPr>
      <p:grpSpPr>
        <a:xfrm>
          <a:off x="0" y="0"/>
          <a:ext cx="0" cy="0"/>
          <a:chOff x="0" y="0"/>
          <a:chExt cx="0" cy="0"/>
        </a:xfrm>
      </p:grpSpPr>
      <p:sp>
        <p:nvSpPr>
          <p:cNvPr id="360" name="Google Shape;360;p65"/>
          <p:cNvSpPr/>
          <p:nvPr/>
        </p:nvSpPr>
        <p:spPr>
          <a:xfrm>
            <a:off x="4530975" y="-72075"/>
            <a:ext cx="4711100" cy="5287650"/>
          </a:xfrm>
          <a:custGeom>
            <a:avLst/>
            <a:gdLst/>
            <a:ahLst/>
            <a:cxnLst/>
            <a:rect l="l" t="t" r="r" b="b"/>
            <a:pathLst>
              <a:path w="188444" h="211506" extrusionOk="0">
                <a:moveTo>
                  <a:pt x="0" y="1442"/>
                </a:moveTo>
                <a:lnTo>
                  <a:pt x="129713" y="211506"/>
                </a:lnTo>
                <a:lnTo>
                  <a:pt x="188444" y="211506"/>
                </a:lnTo>
                <a:lnTo>
                  <a:pt x="188444" y="0"/>
                </a:lnTo>
                <a:close/>
              </a:path>
            </a:pathLst>
          </a:custGeom>
          <a:solidFill>
            <a:schemeClr val="accent4"/>
          </a:solidFill>
          <a:ln>
            <a:noFill/>
          </a:ln>
        </p:spPr>
      </p:sp>
      <p:sp>
        <p:nvSpPr>
          <p:cNvPr id="361" name="Google Shape;361;p65"/>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 Design 3">
  <p:cSld name="TITLE_ONLY_1_1_4_1">
    <p:spTree>
      <p:nvGrpSpPr>
        <p:cNvPr id="1" name="Shape 362"/>
        <p:cNvGrpSpPr/>
        <p:nvPr/>
      </p:nvGrpSpPr>
      <p:grpSpPr>
        <a:xfrm>
          <a:off x="0" y="0"/>
          <a:ext cx="0" cy="0"/>
          <a:chOff x="0" y="0"/>
          <a:chExt cx="0" cy="0"/>
        </a:xfrm>
      </p:grpSpPr>
      <p:sp>
        <p:nvSpPr>
          <p:cNvPr id="363" name="Google Shape;363;p66"/>
          <p:cNvSpPr/>
          <p:nvPr/>
        </p:nvSpPr>
        <p:spPr>
          <a:xfrm flipH="1">
            <a:off x="-99075" y="-72075"/>
            <a:ext cx="4711100" cy="5287650"/>
          </a:xfrm>
          <a:custGeom>
            <a:avLst/>
            <a:gdLst/>
            <a:ahLst/>
            <a:cxnLst/>
            <a:rect l="l" t="t" r="r" b="b"/>
            <a:pathLst>
              <a:path w="188444" h="211506" extrusionOk="0">
                <a:moveTo>
                  <a:pt x="0" y="1442"/>
                </a:moveTo>
                <a:lnTo>
                  <a:pt x="129713" y="211506"/>
                </a:lnTo>
                <a:lnTo>
                  <a:pt x="188444" y="211506"/>
                </a:lnTo>
                <a:lnTo>
                  <a:pt x="188444" y="0"/>
                </a:lnTo>
                <a:close/>
              </a:path>
            </a:pathLst>
          </a:custGeom>
          <a:solidFill>
            <a:schemeClr val="accent4"/>
          </a:solidFill>
          <a:ln>
            <a:noFill/>
          </a:ln>
        </p:spPr>
      </p:sp>
      <p:sp>
        <p:nvSpPr>
          <p:cNvPr id="364" name="Google Shape;364;p66"/>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hree numbers">
  <p:cSld name="CAPTION_ONLY_3">
    <p:spTree>
      <p:nvGrpSpPr>
        <p:cNvPr id="1" name="Shape 365"/>
        <p:cNvGrpSpPr/>
        <p:nvPr/>
      </p:nvGrpSpPr>
      <p:grpSpPr>
        <a:xfrm>
          <a:off x="0" y="0"/>
          <a:ext cx="0" cy="0"/>
          <a:chOff x="0" y="0"/>
          <a:chExt cx="0" cy="0"/>
        </a:xfrm>
      </p:grpSpPr>
      <p:sp>
        <p:nvSpPr>
          <p:cNvPr id="366" name="Google Shape;366;p67"/>
          <p:cNvSpPr/>
          <p:nvPr/>
        </p:nvSpPr>
        <p:spPr>
          <a:xfrm>
            <a:off x="0" y="1591875"/>
            <a:ext cx="4572000" cy="28578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67"/>
          <p:cNvSpPr txBox="1">
            <a:spLocks noGrp="1"/>
          </p:cNvSpPr>
          <p:nvPr>
            <p:ph type="title"/>
          </p:nvPr>
        </p:nvSpPr>
        <p:spPr>
          <a:xfrm>
            <a:off x="311700" y="254450"/>
            <a:ext cx="8520600" cy="88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8" name="Google Shape;368;p67"/>
          <p:cNvSpPr txBox="1">
            <a:spLocks noGrp="1"/>
          </p:cNvSpPr>
          <p:nvPr>
            <p:ph type="title" idx="2"/>
          </p:nvPr>
        </p:nvSpPr>
        <p:spPr>
          <a:xfrm>
            <a:off x="806988" y="2186034"/>
            <a:ext cx="2958000" cy="107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a:endParaRPr/>
          </a:p>
        </p:txBody>
      </p:sp>
      <p:sp>
        <p:nvSpPr>
          <p:cNvPr id="369" name="Google Shape;369;p67"/>
          <p:cNvSpPr txBox="1">
            <a:spLocks noGrp="1"/>
          </p:cNvSpPr>
          <p:nvPr>
            <p:ph type="subTitle" idx="1"/>
          </p:nvPr>
        </p:nvSpPr>
        <p:spPr>
          <a:xfrm>
            <a:off x="1134588" y="3173955"/>
            <a:ext cx="23028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0" name="Google Shape;370;p67"/>
          <p:cNvSpPr txBox="1">
            <a:spLocks noGrp="1"/>
          </p:cNvSpPr>
          <p:nvPr>
            <p:ph type="title" idx="3"/>
          </p:nvPr>
        </p:nvSpPr>
        <p:spPr>
          <a:xfrm>
            <a:off x="5378988" y="1229425"/>
            <a:ext cx="2958000" cy="107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371" name="Google Shape;371;p67"/>
          <p:cNvSpPr txBox="1">
            <a:spLocks noGrp="1"/>
          </p:cNvSpPr>
          <p:nvPr>
            <p:ph type="subTitle" idx="4"/>
          </p:nvPr>
        </p:nvSpPr>
        <p:spPr>
          <a:xfrm>
            <a:off x="5706588" y="2246890"/>
            <a:ext cx="23028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2" name="Google Shape;372;p67"/>
          <p:cNvSpPr txBox="1">
            <a:spLocks noGrp="1"/>
          </p:cNvSpPr>
          <p:nvPr>
            <p:ph type="title" idx="5"/>
          </p:nvPr>
        </p:nvSpPr>
        <p:spPr>
          <a:xfrm>
            <a:off x="5378988" y="2968675"/>
            <a:ext cx="2958000" cy="107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373" name="Google Shape;373;p67"/>
          <p:cNvSpPr txBox="1">
            <a:spLocks noGrp="1"/>
          </p:cNvSpPr>
          <p:nvPr>
            <p:ph type="subTitle" idx="6"/>
          </p:nvPr>
        </p:nvSpPr>
        <p:spPr>
          <a:xfrm>
            <a:off x="5706588" y="3986140"/>
            <a:ext cx="2302800" cy="670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 Four Columns  1">
  <p:cSld name="TITLE_ONLY_1_1_2_1">
    <p:spTree>
      <p:nvGrpSpPr>
        <p:cNvPr id="1" name="Shape 374"/>
        <p:cNvGrpSpPr/>
        <p:nvPr/>
      </p:nvGrpSpPr>
      <p:grpSpPr>
        <a:xfrm>
          <a:off x="0" y="0"/>
          <a:ext cx="0" cy="0"/>
          <a:chOff x="0" y="0"/>
          <a:chExt cx="0" cy="0"/>
        </a:xfrm>
      </p:grpSpPr>
      <p:sp>
        <p:nvSpPr>
          <p:cNvPr id="375" name="Google Shape;375;p68"/>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76" name="Google Shape;376;p68"/>
          <p:cNvSpPr txBox="1">
            <a:spLocks noGrp="1"/>
          </p:cNvSpPr>
          <p:nvPr>
            <p:ph type="title" idx="2"/>
          </p:nvPr>
        </p:nvSpPr>
        <p:spPr>
          <a:xfrm>
            <a:off x="765419" y="2818075"/>
            <a:ext cx="1659300" cy="81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77" name="Google Shape;377;p68"/>
          <p:cNvSpPr txBox="1">
            <a:spLocks noGrp="1"/>
          </p:cNvSpPr>
          <p:nvPr>
            <p:ph type="subTitle" idx="1"/>
          </p:nvPr>
        </p:nvSpPr>
        <p:spPr>
          <a:xfrm>
            <a:off x="765425" y="3599425"/>
            <a:ext cx="1659300" cy="105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8" name="Google Shape;378;p68"/>
          <p:cNvSpPr txBox="1">
            <a:spLocks noGrp="1"/>
          </p:cNvSpPr>
          <p:nvPr>
            <p:ph type="title" idx="3"/>
          </p:nvPr>
        </p:nvSpPr>
        <p:spPr>
          <a:xfrm>
            <a:off x="2750040" y="2818075"/>
            <a:ext cx="1659300" cy="81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79" name="Google Shape;379;p68"/>
          <p:cNvSpPr txBox="1">
            <a:spLocks noGrp="1"/>
          </p:cNvSpPr>
          <p:nvPr>
            <p:ph type="subTitle" idx="4"/>
          </p:nvPr>
        </p:nvSpPr>
        <p:spPr>
          <a:xfrm>
            <a:off x="2750042" y="3599425"/>
            <a:ext cx="1659300" cy="105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0" name="Google Shape;380;p68"/>
          <p:cNvSpPr txBox="1">
            <a:spLocks noGrp="1"/>
          </p:cNvSpPr>
          <p:nvPr>
            <p:ph type="title" idx="5"/>
          </p:nvPr>
        </p:nvSpPr>
        <p:spPr>
          <a:xfrm>
            <a:off x="4734660" y="2818075"/>
            <a:ext cx="1659300" cy="81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1" name="Google Shape;381;p68"/>
          <p:cNvSpPr txBox="1">
            <a:spLocks noGrp="1"/>
          </p:cNvSpPr>
          <p:nvPr>
            <p:ph type="subTitle" idx="6"/>
          </p:nvPr>
        </p:nvSpPr>
        <p:spPr>
          <a:xfrm>
            <a:off x="4734659" y="3599425"/>
            <a:ext cx="1659300" cy="105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2" name="Google Shape;382;p68"/>
          <p:cNvSpPr txBox="1">
            <a:spLocks noGrp="1"/>
          </p:cNvSpPr>
          <p:nvPr>
            <p:ph type="title" idx="7"/>
          </p:nvPr>
        </p:nvSpPr>
        <p:spPr>
          <a:xfrm>
            <a:off x="6719281" y="2818075"/>
            <a:ext cx="1659300" cy="81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3" name="Google Shape;383;p68"/>
          <p:cNvSpPr txBox="1">
            <a:spLocks noGrp="1"/>
          </p:cNvSpPr>
          <p:nvPr>
            <p:ph type="subTitle" idx="8"/>
          </p:nvPr>
        </p:nvSpPr>
        <p:spPr>
          <a:xfrm>
            <a:off x="6719276" y="3599425"/>
            <a:ext cx="1659300" cy="105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hanks + Credits">
  <p:cSld name="SECTION_HEADER_2_1">
    <p:spTree>
      <p:nvGrpSpPr>
        <p:cNvPr id="1" name="Shape 384"/>
        <p:cNvGrpSpPr/>
        <p:nvPr/>
      </p:nvGrpSpPr>
      <p:grpSpPr>
        <a:xfrm>
          <a:off x="0" y="0"/>
          <a:ext cx="0" cy="0"/>
          <a:chOff x="0" y="0"/>
          <a:chExt cx="0" cy="0"/>
        </a:xfrm>
      </p:grpSpPr>
      <p:sp>
        <p:nvSpPr>
          <p:cNvPr id="385" name="Google Shape;385;p69"/>
          <p:cNvSpPr/>
          <p:nvPr/>
        </p:nvSpPr>
        <p:spPr>
          <a:xfrm flipH="1">
            <a:off x="5990100" y="-13675"/>
            <a:ext cx="3153900" cy="51573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69"/>
          <p:cNvSpPr txBox="1">
            <a:spLocks noGrp="1"/>
          </p:cNvSpPr>
          <p:nvPr>
            <p:ph type="title"/>
          </p:nvPr>
        </p:nvSpPr>
        <p:spPr>
          <a:xfrm>
            <a:off x="792225" y="821100"/>
            <a:ext cx="4142400" cy="841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387" name="Google Shape;387;p69"/>
          <p:cNvSpPr txBox="1">
            <a:spLocks noGrp="1"/>
          </p:cNvSpPr>
          <p:nvPr>
            <p:ph type="subTitle" idx="1"/>
          </p:nvPr>
        </p:nvSpPr>
        <p:spPr>
          <a:xfrm>
            <a:off x="792225" y="1579525"/>
            <a:ext cx="3464700" cy="1506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400"/>
              <a:buNone/>
              <a:defRPr sz="1400">
                <a:solidFill>
                  <a:schemeClr val="dk1"/>
                </a:solidFill>
              </a:defRPr>
            </a:lvl1pPr>
            <a:lvl2pPr lvl="1" algn="ctr">
              <a:lnSpc>
                <a:spcPct val="100000"/>
              </a:lnSpc>
              <a:spcBef>
                <a:spcPts val="0"/>
              </a:spcBef>
              <a:spcAft>
                <a:spcPts val="0"/>
              </a:spcAft>
              <a:buClr>
                <a:schemeClr val="dk1"/>
              </a:buClr>
              <a:buSzPts val="1600"/>
              <a:buNone/>
              <a:defRPr sz="1600">
                <a:solidFill>
                  <a:schemeClr val="dk1"/>
                </a:solidFill>
              </a:defRPr>
            </a:lvl2pPr>
            <a:lvl3pPr lvl="2" algn="ctr">
              <a:lnSpc>
                <a:spcPct val="100000"/>
              </a:lnSpc>
              <a:spcBef>
                <a:spcPts val="0"/>
              </a:spcBef>
              <a:spcAft>
                <a:spcPts val="0"/>
              </a:spcAft>
              <a:buClr>
                <a:schemeClr val="dk1"/>
              </a:buClr>
              <a:buSzPts val="1600"/>
              <a:buNone/>
              <a:defRPr sz="1600">
                <a:solidFill>
                  <a:schemeClr val="dk1"/>
                </a:solidFill>
              </a:defRPr>
            </a:lvl3pPr>
            <a:lvl4pPr lvl="3" algn="ctr">
              <a:lnSpc>
                <a:spcPct val="100000"/>
              </a:lnSpc>
              <a:spcBef>
                <a:spcPts val="0"/>
              </a:spcBef>
              <a:spcAft>
                <a:spcPts val="0"/>
              </a:spcAft>
              <a:buClr>
                <a:schemeClr val="dk1"/>
              </a:buClr>
              <a:buSzPts val="1600"/>
              <a:buNone/>
              <a:defRPr sz="1600">
                <a:solidFill>
                  <a:schemeClr val="dk1"/>
                </a:solidFill>
              </a:defRPr>
            </a:lvl4pPr>
            <a:lvl5pPr lvl="4" algn="ctr">
              <a:lnSpc>
                <a:spcPct val="100000"/>
              </a:lnSpc>
              <a:spcBef>
                <a:spcPts val="0"/>
              </a:spcBef>
              <a:spcAft>
                <a:spcPts val="0"/>
              </a:spcAft>
              <a:buClr>
                <a:schemeClr val="dk1"/>
              </a:buClr>
              <a:buSzPts val="1600"/>
              <a:buNone/>
              <a:defRPr sz="1600">
                <a:solidFill>
                  <a:schemeClr val="dk1"/>
                </a:solidFill>
              </a:defRPr>
            </a:lvl5pPr>
            <a:lvl6pPr lvl="5" algn="ctr">
              <a:lnSpc>
                <a:spcPct val="100000"/>
              </a:lnSpc>
              <a:spcBef>
                <a:spcPts val="0"/>
              </a:spcBef>
              <a:spcAft>
                <a:spcPts val="0"/>
              </a:spcAft>
              <a:buClr>
                <a:schemeClr val="dk1"/>
              </a:buClr>
              <a:buSzPts val="1600"/>
              <a:buNone/>
              <a:defRPr sz="1600">
                <a:solidFill>
                  <a:schemeClr val="dk1"/>
                </a:solidFill>
              </a:defRPr>
            </a:lvl6pPr>
            <a:lvl7pPr lvl="6" algn="ctr">
              <a:lnSpc>
                <a:spcPct val="100000"/>
              </a:lnSpc>
              <a:spcBef>
                <a:spcPts val="0"/>
              </a:spcBef>
              <a:spcAft>
                <a:spcPts val="0"/>
              </a:spcAft>
              <a:buClr>
                <a:schemeClr val="dk1"/>
              </a:buClr>
              <a:buSzPts val="1600"/>
              <a:buNone/>
              <a:defRPr sz="1600">
                <a:solidFill>
                  <a:schemeClr val="dk1"/>
                </a:solidFill>
              </a:defRPr>
            </a:lvl7pPr>
            <a:lvl8pPr lvl="7" algn="ctr">
              <a:lnSpc>
                <a:spcPct val="100000"/>
              </a:lnSpc>
              <a:spcBef>
                <a:spcPts val="0"/>
              </a:spcBef>
              <a:spcAft>
                <a:spcPts val="0"/>
              </a:spcAft>
              <a:buClr>
                <a:schemeClr val="dk1"/>
              </a:buClr>
              <a:buSzPts val="1600"/>
              <a:buNone/>
              <a:defRPr sz="1600">
                <a:solidFill>
                  <a:schemeClr val="dk1"/>
                </a:solidFill>
              </a:defRPr>
            </a:lvl8pPr>
            <a:lvl9pPr lvl="8" algn="ctr">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388" name="Google Shape;388;p69"/>
          <p:cNvSpPr txBox="1"/>
          <p:nvPr/>
        </p:nvSpPr>
        <p:spPr>
          <a:xfrm>
            <a:off x="792225" y="3762425"/>
            <a:ext cx="3192600" cy="63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Poppins"/>
                <a:ea typeface="Poppins"/>
                <a:cs typeface="Poppins"/>
                <a:sym typeface="Poppins"/>
              </a:rPr>
              <a:t>CREDITS: This presentation template was created by Slidesgo, including icons by Flaticon, and infographics &amp; images by Freepik. </a:t>
            </a:r>
            <a:endParaRPr sz="10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slideLayout" Target="../slideLayouts/slideLayout64.xml"/><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slideLayout" Target="../slideLayouts/slideLayout63.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29"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slideLayout" Target="../slideLayouts/slideLayout66.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800"/>
              <a:buFont typeface="Montserrat"/>
              <a:buNone/>
              <a:defRPr sz="2800" b="1" i="0" u="none" strike="noStrike" cap="none">
                <a:solidFill>
                  <a:schemeClr val="dk1"/>
                </a:solidFill>
                <a:latin typeface="Montserrat"/>
                <a:ea typeface="Montserrat"/>
                <a:cs typeface="Montserrat"/>
                <a:sym typeface="Montserrat"/>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0"/>
              </a:spcBef>
              <a:spcAft>
                <a:spcPts val="0"/>
              </a:spcAft>
              <a:buClr>
                <a:schemeClr val="dk2"/>
              </a:buClr>
              <a:buSzPts val="1800"/>
              <a:buFont typeface="Montserrat"/>
              <a:buChar char="●"/>
              <a:defRPr sz="1800" b="0" i="0" u="none" strike="noStrike" cap="none">
                <a:solidFill>
                  <a:schemeClr val="dk2"/>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25"/>
        <p:cNvGrpSpPr/>
        <p:nvPr/>
      </p:nvGrpSpPr>
      <p:grpSpPr>
        <a:xfrm>
          <a:off x="0" y="0"/>
          <a:ext cx="0" cy="0"/>
          <a:chOff x="0" y="0"/>
          <a:chExt cx="0" cy="0"/>
        </a:xfrm>
      </p:grpSpPr>
      <p:sp>
        <p:nvSpPr>
          <p:cNvPr id="226" name="Google Shape;226;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2"/>
              </a:buClr>
              <a:buSzPts val="2800"/>
              <a:buFont typeface="Patua One"/>
              <a:buNone/>
              <a:defRPr sz="2800" b="0" i="0" u="none" strike="noStrike" cap="none">
                <a:solidFill>
                  <a:schemeClr val="dk2"/>
                </a:solidFill>
                <a:latin typeface="Patua One"/>
                <a:ea typeface="Patua One"/>
                <a:cs typeface="Patua One"/>
                <a:sym typeface="Patua One"/>
              </a:defRPr>
            </a:lvl1pPr>
            <a:lvl2pPr marR="0" lvl="1"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
        <p:nvSpPr>
          <p:cNvPr id="227" name="Google Shape;227;p4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0"/>
              </a:spcBef>
              <a:spcAft>
                <a:spcPts val="0"/>
              </a:spcAft>
              <a:buClr>
                <a:schemeClr val="dk2"/>
              </a:buClr>
              <a:buSzPts val="1800"/>
              <a:buFont typeface="Poppins"/>
              <a:buChar char="●"/>
              <a:defRPr sz="1800" b="0" i="0" u="none" strike="noStrike" cap="none">
                <a:solidFill>
                  <a:schemeClr val="dk2"/>
                </a:solidFill>
                <a:latin typeface="Poppins"/>
                <a:ea typeface="Poppins"/>
                <a:cs typeface="Poppins"/>
                <a:sym typeface="Poppins"/>
              </a:defRPr>
            </a:lvl1pPr>
            <a:lvl2pPr marL="914400" marR="0" lvl="1"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2pPr>
            <a:lvl3pPr marL="1371600" marR="0" lvl="2"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3pPr>
            <a:lvl4pPr marL="1828800" marR="0" lvl="3"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4pPr>
            <a:lvl5pPr marL="2286000" marR="0" lvl="4"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5pPr>
            <a:lvl6pPr marL="2743200" marR="0" lvl="5"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6pPr>
            <a:lvl7pPr marL="3200400" marR="0" lvl="6"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7pPr>
            <a:lvl8pPr marL="3657600" marR="0" lvl="7" indent="-317500" algn="l" rtl="0">
              <a:lnSpc>
                <a:spcPct val="100000"/>
              </a:lnSpc>
              <a:spcBef>
                <a:spcPts val="1600"/>
              </a:spcBef>
              <a:spcAft>
                <a:spcPts val="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8pPr>
            <a:lvl9pPr marL="4114800" marR="0" lvl="8" indent="-317500" algn="l" rtl="0">
              <a:lnSpc>
                <a:spcPct val="100000"/>
              </a:lnSpc>
              <a:spcBef>
                <a:spcPts val="1600"/>
              </a:spcBef>
              <a:spcAft>
                <a:spcPts val="1600"/>
              </a:spcAft>
              <a:buClr>
                <a:schemeClr val="dk2"/>
              </a:buClr>
              <a:buSzPts val="1400"/>
              <a:buFont typeface="Poppins"/>
              <a:buChar char="■"/>
              <a:defRPr sz="1400" b="0" i="0" u="none" strike="noStrike" cap="none">
                <a:solidFill>
                  <a:schemeClr val="dk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8.xml"/><Relationship Id="rId5" Type="http://schemas.openxmlformats.org/officeDocument/2006/relationships/image" Target="../media/image25.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39.xml"/><Relationship Id="rId6" Type="http://schemas.openxmlformats.org/officeDocument/2006/relationships/image" Target="../media/image31.png"/><Relationship Id="rId5" Type="http://schemas.openxmlformats.org/officeDocument/2006/relationships/image" Target="../media/image12.png"/><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8" Type="http://schemas.openxmlformats.org/officeDocument/2006/relationships/hyperlink" Target="https://towardsdatascience.com/sentiment-analysis-for-stock-price-prediction-in-python-bed40c65d178" TargetMode="External"/><Relationship Id="rId3" Type="http://schemas.openxmlformats.org/officeDocument/2006/relationships/hyperlink" Target="https://www.investopedia.com/terms/a/assetmanagement.asp" TargetMode="External"/><Relationship Id="rId7" Type="http://schemas.openxmlformats.org/officeDocument/2006/relationships/hyperlink" Target="https://www.brunswickgroup.com/digital-investor-survey-2021-i18508/" TargetMode="External"/><Relationship Id="rId2" Type="http://schemas.openxmlformats.org/officeDocument/2006/relationships/notesSlide" Target="../notesSlides/notesSlide46.xml"/><Relationship Id="rId1" Type="http://schemas.openxmlformats.org/officeDocument/2006/relationships/slideLayout" Target="../slideLayouts/slideLayout30.xml"/><Relationship Id="rId6" Type="http://schemas.openxmlformats.org/officeDocument/2006/relationships/hyperlink" Target="https://www.thetradenews.com/the-reddit-revolt-gamestop-and-the-impact-of-social-media-on-institutional-investors/" TargetMode="External"/><Relationship Id="rId5" Type="http://schemas.openxmlformats.org/officeDocument/2006/relationships/hyperlink" Target="https://www.researchgate.net/publication/304454096_Trading_on_Twitter_Using_Social_Media_Sentiment_to_Predict_Stock_Returns_Trading_on_Twitter" TargetMode="External"/><Relationship Id="rId4" Type="http://schemas.openxmlformats.org/officeDocument/2006/relationships/hyperlink" Target="https://www.axovision.com/blog/2021/01/15/sentiment-analysis-and-nlp-in-asset-management/" TargetMode="External"/><Relationship Id="rId9" Type="http://schemas.openxmlformats.org/officeDocument/2006/relationships/hyperlink" Target="https://stackoverflow.com/questions/23199796/detect-and-exclude-outliers-in-pandas-data-frame"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2"/>
        <p:cNvGrpSpPr/>
        <p:nvPr/>
      </p:nvGrpSpPr>
      <p:grpSpPr>
        <a:xfrm>
          <a:off x="0" y="0"/>
          <a:ext cx="0" cy="0"/>
          <a:chOff x="0" y="0"/>
          <a:chExt cx="0" cy="0"/>
        </a:xfrm>
      </p:grpSpPr>
      <p:sp>
        <p:nvSpPr>
          <p:cNvPr id="393" name="Google Shape;393;p70"/>
          <p:cNvSpPr txBox="1">
            <a:spLocks noGrp="1"/>
          </p:cNvSpPr>
          <p:nvPr>
            <p:ph type="ctrTitle"/>
          </p:nvPr>
        </p:nvSpPr>
        <p:spPr>
          <a:xfrm>
            <a:off x="1643800" y="1172225"/>
            <a:ext cx="6770700" cy="20526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5200"/>
              <a:buNone/>
            </a:pPr>
            <a:r>
              <a:rPr lang="en">
                <a:solidFill>
                  <a:schemeClr val="accent1"/>
                </a:solidFill>
              </a:rPr>
              <a:t>Citi HackOverFlow 2022</a:t>
            </a:r>
            <a:endParaRPr>
              <a:solidFill>
                <a:schemeClr val="dk2"/>
              </a:solidFill>
            </a:endParaRPr>
          </a:p>
        </p:txBody>
      </p:sp>
      <p:sp>
        <p:nvSpPr>
          <p:cNvPr id="394" name="Google Shape;394;p70"/>
          <p:cNvSpPr txBox="1">
            <a:spLocks noGrp="1"/>
          </p:cNvSpPr>
          <p:nvPr>
            <p:ph type="subTitle" idx="1"/>
          </p:nvPr>
        </p:nvSpPr>
        <p:spPr>
          <a:xfrm>
            <a:off x="1643852" y="3261775"/>
            <a:ext cx="6770700" cy="557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800"/>
              <a:buNone/>
            </a:pPr>
            <a:r>
              <a:rPr lang="en" b="1"/>
              <a:t>5 Guys</a:t>
            </a:r>
            <a:endParaRPr b="1"/>
          </a:p>
          <a:p>
            <a:pPr marL="0" lvl="0" indent="0" algn="r" rtl="0">
              <a:lnSpc>
                <a:spcPct val="100000"/>
              </a:lnSpc>
              <a:spcBef>
                <a:spcPts val="0"/>
              </a:spcBef>
              <a:spcAft>
                <a:spcPts val="0"/>
              </a:spcAft>
              <a:buSzPts val="2800"/>
              <a:buNone/>
            </a:pPr>
            <a:r>
              <a:rPr lang="en"/>
              <a:t>Presentation</a:t>
            </a:r>
            <a:endParaRPr/>
          </a:p>
          <a:p>
            <a:pPr marL="0" lvl="0" indent="0" algn="r" rtl="0">
              <a:lnSpc>
                <a:spcPct val="100000"/>
              </a:lnSpc>
              <a:spcBef>
                <a:spcPts val="0"/>
              </a:spcBef>
              <a:spcAft>
                <a:spcPts val="0"/>
              </a:spcAft>
              <a:buSzPts val="2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71"/>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Table of Contents</a:t>
            </a:r>
            <a:endParaRPr/>
          </a:p>
        </p:txBody>
      </p:sp>
      <p:sp>
        <p:nvSpPr>
          <p:cNvPr id="400" name="Google Shape;400;p71"/>
          <p:cNvSpPr txBox="1">
            <a:spLocks noGrp="1"/>
          </p:cNvSpPr>
          <p:nvPr>
            <p:ph type="ctrTitle" idx="2"/>
          </p:nvPr>
        </p:nvSpPr>
        <p:spPr>
          <a:xfrm>
            <a:off x="2310350" y="1446813"/>
            <a:ext cx="2150400" cy="38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t>Background</a:t>
            </a:r>
            <a:endParaRPr/>
          </a:p>
        </p:txBody>
      </p:sp>
      <p:sp>
        <p:nvSpPr>
          <p:cNvPr id="401" name="Google Shape;401;p71"/>
          <p:cNvSpPr txBox="1">
            <a:spLocks noGrp="1"/>
          </p:cNvSpPr>
          <p:nvPr>
            <p:ph type="title" idx="3"/>
          </p:nvPr>
        </p:nvSpPr>
        <p:spPr>
          <a:xfrm>
            <a:off x="717800" y="1521025"/>
            <a:ext cx="1493400" cy="941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8000"/>
              <a:buNone/>
            </a:pPr>
            <a:r>
              <a:rPr lang="en"/>
              <a:t>01</a:t>
            </a:r>
            <a:endParaRPr/>
          </a:p>
        </p:txBody>
      </p:sp>
      <p:sp>
        <p:nvSpPr>
          <p:cNvPr id="402" name="Google Shape;402;p71"/>
          <p:cNvSpPr txBox="1">
            <a:spLocks noGrp="1"/>
          </p:cNvSpPr>
          <p:nvPr>
            <p:ph type="subTitle" idx="1"/>
          </p:nvPr>
        </p:nvSpPr>
        <p:spPr>
          <a:xfrm>
            <a:off x="2310350" y="1858875"/>
            <a:ext cx="2150400" cy="76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Problem Statement,</a:t>
            </a:r>
            <a:endParaRPr/>
          </a:p>
          <a:p>
            <a:pPr marL="0" lvl="0" indent="0" algn="l" rtl="0">
              <a:lnSpc>
                <a:spcPct val="115000"/>
              </a:lnSpc>
              <a:spcBef>
                <a:spcPts val="0"/>
              </a:spcBef>
              <a:spcAft>
                <a:spcPts val="0"/>
              </a:spcAft>
              <a:buClr>
                <a:schemeClr val="dk1"/>
              </a:buClr>
              <a:buSzPts val="1100"/>
              <a:buFont typeface="Arial"/>
              <a:buNone/>
            </a:pPr>
            <a:r>
              <a:rPr lang="en"/>
              <a:t>Problem Formulation</a:t>
            </a:r>
            <a:endParaRPr/>
          </a:p>
          <a:p>
            <a:pPr marL="0" lvl="0" indent="0" algn="l" rtl="0">
              <a:lnSpc>
                <a:spcPct val="115000"/>
              </a:lnSpc>
              <a:spcBef>
                <a:spcPts val="0"/>
              </a:spcBef>
              <a:spcAft>
                <a:spcPts val="0"/>
              </a:spcAft>
              <a:buClr>
                <a:schemeClr val="dk1"/>
              </a:buClr>
              <a:buSzPts val="1100"/>
              <a:buFont typeface="Arial"/>
              <a:buNone/>
            </a:pPr>
            <a:endParaRPr/>
          </a:p>
        </p:txBody>
      </p:sp>
      <p:sp>
        <p:nvSpPr>
          <p:cNvPr id="403" name="Google Shape;403;p71"/>
          <p:cNvSpPr txBox="1">
            <a:spLocks noGrp="1"/>
          </p:cNvSpPr>
          <p:nvPr>
            <p:ph type="ctrTitle" idx="4"/>
          </p:nvPr>
        </p:nvSpPr>
        <p:spPr>
          <a:xfrm>
            <a:off x="6275800" y="1446813"/>
            <a:ext cx="2150400" cy="38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t>Data</a:t>
            </a:r>
            <a:endParaRPr/>
          </a:p>
        </p:txBody>
      </p:sp>
      <p:sp>
        <p:nvSpPr>
          <p:cNvPr id="404" name="Google Shape;404;p71"/>
          <p:cNvSpPr txBox="1">
            <a:spLocks noGrp="1"/>
          </p:cNvSpPr>
          <p:nvPr>
            <p:ph type="title" idx="5"/>
          </p:nvPr>
        </p:nvSpPr>
        <p:spPr>
          <a:xfrm>
            <a:off x="4686400" y="1521025"/>
            <a:ext cx="1493400" cy="941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8000"/>
              <a:buNone/>
            </a:pPr>
            <a:r>
              <a:rPr lang="en"/>
              <a:t>02</a:t>
            </a:r>
            <a:endParaRPr/>
          </a:p>
        </p:txBody>
      </p:sp>
      <p:sp>
        <p:nvSpPr>
          <p:cNvPr id="405" name="Google Shape;405;p71"/>
          <p:cNvSpPr txBox="1">
            <a:spLocks noGrp="1"/>
          </p:cNvSpPr>
          <p:nvPr>
            <p:ph type="subTitle" idx="6"/>
          </p:nvPr>
        </p:nvSpPr>
        <p:spPr>
          <a:xfrm>
            <a:off x="6275800" y="1858878"/>
            <a:ext cx="2150400" cy="76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Collection of Data,</a:t>
            </a:r>
            <a:endParaRPr/>
          </a:p>
          <a:p>
            <a:pPr marL="0" lvl="0" indent="0" algn="l" rtl="0">
              <a:lnSpc>
                <a:spcPct val="115000"/>
              </a:lnSpc>
              <a:spcBef>
                <a:spcPts val="0"/>
              </a:spcBef>
              <a:spcAft>
                <a:spcPts val="0"/>
              </a:spcAft>
              <a:buSzPts val="1800"/>
              <a:buNone/>
            </a:pPr>
            <a:r>
              <a:rPr lang="en"/>
              <a:t>Stocks chosen</a:t>
            </a:r>
            <a:endParaRPr/>
          </a:p>
        </p:txBody>
      </p:sp>
      <p:sp>
        <p:nvSpPr>
          <p:cNvPr id="406" name="Google Shape;406;p71"/>
          <p:cNvSpPr txBox="1">
            <a:spLocks noGrp="1"/>
          </p:cNvSpPr>
          <p:nvPr>
            <p:ph type="ctrTitle" idx="7"/>
          </p:nvPr>
        </p:nvSpPr>
        <p:spPr>
          <a:xfrm>
            <a:off x="2310350" y="2868777"/>
            <a:ext cx="2150400" cy="38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t>Analytics </a:t>
            </a:r>
            <a:endParaRPr/>
          </a:p>
        </p:txBody>
      </p:sp>
      <p:sp>
        <p:nvSpPr>
          <p:cNvPr id="407" name="Google Shape;407;p71"/>
          <p:cNvSpPr txBox="1">
            <a:spLocks noGrp="1"/>
          </p:cNvSpPr>
          <p:nvPr>
            <p:ph type="title" idx="8"/>
          </p:nvPr>
        </p:nvSpPr>
        <p:spPr>
          <a:xfrm>
            <a:off x="717800" y="2960450"/>
            <a:ext cx="1493400" cy="941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8000"/>
              <a:buNone/>
            </a:pPr>
            <a:r>
              <a:rPr lang="en"/>
              <a:t>03</a:t>
            </a:r>
            <a:endParaRPr/>
          </a:p>
        </p:txBody>
      </p:sp>
      <p:sp>
        <p:nvSpPr>
          <p:cNvPr id="408" name="Google Shape;408;p71"/>
          <p:cNvSpPr txBox="1">
            <a:spLocks noGrp="1"/>
          </p:cNvSpPr>
          <p:nvPr>
            <p:ph type="subTitle" idx="9"/>
          </p:nvPr>
        </p:nvSpPr>
        <p:spPr>
          <a:xfrm>
            <a:off x="2310350" y="3298325"/>
            <a:ext cx="2150400" cy="76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Approaches,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Insights</a:t>
            </a:r>
            <a:endParaRPr>
              <a:solidFill>
                <a:schemeClr val="dk1"/>
              </a:solidFill>
            </a:endParaRPr>
          </a:p>
        </p:txBody>
      </p:sp>
      <p:sp>
        <p:nvSpPr>
          <p:cNvPr id="409" name="Google Shape;409;p71"/>
          <p:cNvSpPr txBox="1">
            <a:spLocks noGrp="1"/>
          </p:cNvSpPr>
          <p:nvPr>
            <p:ph type="ctrTitle" idx="13"/>
          </p:nvPr>
        </p:nvSpPr>
        <p:spPr>
          <a:xfrm>
            <a:off x="6275650" y="2868775"/>
            <a:ext cx="2459100" cy="38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t>Conclusion</a:t>
            </a:r>
            <a:endParaRPr/>
          </a:p>
        </p:txBody>
      </p:sp>
      <p:sp>
        <p:nvSpPr>
          <p:cNvPr id="410" name="Google Shape;410;p71"/>
          <p:cNvSpPr txBox="1">
            <a:spLocks noGrp="1"/>
          </p:cNvSpPr>
          <p:nvPr>
            <p:ph type="title" idx="14"/>
          </p:nvPr>
        </p:nvSpPr>
        <p:spPr>
          <a:xfrm>
            <a:off x="4686400" y="2960450"/>
            <a:ext cx="1493400" cy="941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8000"/>
              <a:buNone/>
            </a:pPr>
            <a:r>
              <a:rPr lang="en"/>
              <a:t>04</a:t>
            </a:r>
            <a:endParaRPr/>
          </a:p>
        </p:txBody>
      </p:sp>
      <p:sp>
        <p:nvSpPr>
          <p:cNvPr id="411" name="Google Shape;411;p71"/>
          <p:cNvSpPr txBox="1">
            <a:spLocks noGrp="1"/>
          </p:cNvSpPr>
          <p:nvPr>
            <p:ph type="subTitle" idx="15"/>
          </p:nvPr>
        </p:nvSpPr>
        <p:spPr>
          <a:xfrm>
            <a:off x="6275800" y="3342575"/>
            <a:ext cx="2150400" cy="767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Limitations,</a:t>
            </a:r>
            <a:endParaRPr/>
          </a:p>
          <a:p>
            <a:pPr marL="0" lvl="0" indent="0" algn="l" rtl="0">
              <a:lnSpc>
                <a:spcPct val="115000"/>
              </a:lnSpc>
              <a:spcBef>
                <a:spcPts val="0"/>
              </a:spcBef>
              <a:spcAft>
                <a:spcPts val="0"/>
              </a:spcAft>
              <a:buSzPts val="1800"/>
              <a:buNone/>
            </a:pPr>
            <a:r>
              <a:rPr lang="en"/>
              <a:t>Future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2"/>
          <p:cNvSpPr txBox="1">
            <a:spLocks noGrp="1"/>
          </p:cNvSpPr>
          <p:nvPr>
            <p:ph type="title"/>
          </p:nvPr>
        </p:nvSpPr>
        <p:spPr>
          <a:xfrm>
            <a:off x="3968425" y="2227050"/>
            <a:ext cx="4462500" cy="8418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3600"/>
              <a:buNone/>
            </a:pPr>
            <a:r>
              <a:rPr lang="en"/>
              <a:t>Background</a:t>
            </a:r>
            <a:endParaRPr/>
          </a:p>
        </p:txBody>
      </p:sp>
      <p:sp>
        <p:nvSpPr>
          <p:cNvPr id="417" name="Google Shape;417;p72"/>
          <p:cNvSpPr txBox="1">
            <a:spLocks noGrp="1"/>
          </p:cNvSpPr>
          <p:nvPr>
            <p:ph type="subTitle" idx="1"/>
          </p:nvPr>
        </p:nvSpPr>
        <p:spPr>
          <a:xfrm>
            <a:off x="3968275" y="3045375"/>
            <a:ext cx="4462500" cy="6780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en">
                <a:solidFill>
                  <a:schemeClr val="accent2"/>
                </a:solidFill>
              </a:rPr>
              <a:t>Business problem, Opportunities</a:t>
            </a:r>
            <a:endParaRPr>
              <a:solidFill>
                <a:schemeClr val="accent2"/>
              </a:solidFill>
            </a:endParaRPr>
          </a:p>
        </p:txBody>
      </p:sp>
      <p:sp>
        <p:nvSpPr>
          <p:cNvPr id="418" name="Google Shape;418;p72"/>
          <p:cNvSpPr txBox="1">
            <a:spLocks noGrp="1"/>
          </p:cNvSpPr>
          <p:nvPr>
            <p:ph type="title" idx="2"/>
          </p:nvPr>
        </p:nvSpPr>
        <p:spPr>
          <a:xfrm>
            <a:off x="3968350" y="1262325"/>
            <a:ext cx="4462500" cy="11418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7200"/>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73"/>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73"/>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73"/>
          <p:cNvSpPr txBox="1"/>
          <p:nvPr/>
        </p:nvSpPr>
        <p:spPr>
          <a:xfrm>
            <a:off x="464750" y="1721400"/>
            <a:ext cx="4899000" cy="72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1">
                <a:solidFill>
                  <a:srgbClr val="003BA3"/>
                </a:solidFill>
                <a:latin typeface="Montserrat"/>
                <a:ea typeface="Montserrat"/>
                <a:cs typeface="Montserrat"/>
                <a:sym typeface="Montserrat"/>
              </a:rPr>
              <a:t>Problem Statement</a:t>
            </a:r>
            <a:endParaRPr sz="2800" b="1" i="1" u="none" strike="noStrike" cap="none">
              <a:solidFill>
                <a:srgbClr val="003BA3"/>
              </a:solidFill>
              <a:latin typeface="Montserrat"/>
              <a:ea typeface="Montserrat"/>
              <a:cs typeface="Montserrat"/>
              <a:sym typeface="Montserrat"/>
            </a:endParaRPr>
          </a:p>
        </p:txBody>
      </p:sp>
      <p:sp>
        <p:nvSpPr>
          <p:cNvPr id="426" name="Google Shape;426;p73"/>
          <p:cNvSpPr txBox="1"/>
          <p:nvPr/>
        </p:nvSpPr>
        <p:spPr>
          <a:xfrm>
            <a:off x="464750" y="2657550"/>
            <a:ext cx="6521700" cy="211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500"/>
              </a:spcBef>
              <a:spcAft>
                <a:spcPts val="1000"/>
              </a:spcAft>
              <a:buClr>
                <a:srgbClr val="000000"/>
              </a:buClr>
              <a:buSzPts val="1600"/>
              <a:buFont typeface="Arial"/>
              <a:buNone/>
            </a:pPr>
            <a:r>
              <a:rPr lang="en" sz="1600">
                <a:solidFill>
                  <a:schemeClr val="dk1"/>
                </a:solidFill>
                <a:latin typeface="Montserrat"/>
                <a:ea typeface="Montserrat"/>
                <a:cs typeface="Montserrat"/>
                <a:sym typeface="Montserrat"/>
              </a:rPr>
              <a:t>Design an application for </a:t>
            </a:r>
            <a:r>
              <a:rPr lang="en" sz="1600" b="1" u="sng">
                <a:solidFill>
                  <a:schemeClr val="dk1"/>
                </a:solidFill>
                <a:latin typeface="Montserrat"/>
                <a:ea typeface="Montserrat"/>
                <a:cs typeface="Montserrat"/>
                <a:sym typeface="Montserrat"/>
              </a:rPr>
              <a:t>both clients and bankers</a:t>
            </a:r>
            <a:r>
              <a:rPr lang="en" sz="1600">
                <a:solidFill>
                  <a:schemeClr val="dk1"/>
                </a:solidFill>
                <a:latin typeface="Montserrat"/>
                <a:ea typeface="Montserrat"/>
                <a:cs typeface="Montserrat"/>
                <a:sym typeface="Montserrat"/>
              </a:rPr>
              <a:t> that positions Citi as the </a:t>
            </a:r>
            <a:r>
              <a:rPr lang="en" sz="1600" b="1" u="sng">
                <a:solidFill>
                  <a:schemeClr val="dk1"/>
                </a:solidFill>
                <a:latin typeface="Montserrat"/>
                <a:ea typeface="Montserrat"/>
                <a:cs typeface="Montserrat"/>
                <a:sym typeface="Montserrat"/>
              </a:rPr>
              <a:t>modern bank for wealth management solutions</a:t>
            </a:r>
            <a:r>
              <a:rPr lang="en" sz="1600">
                <a:solidFill>
                  <a:schemeClr val="dk1"/>
                </a:solidFill>
                <a:latin typeface="Montserrat"/>
                <a:ea typeface="Montserrat"/>
                <a:cs typeface="Montserrat"/>
                <a:sym typeface="Montserrat"/>
              </a:rPr>
              <a:t>, to drive </a:t>
            </a:r>
            <a:r>
              <a:rPr lang="en" sz="1600" i="1">
                <a:solidFill>
                  <a:schemeClr val="dk1"/>
                </a:solidFill>
                <a:latin typeface="Montserrat"/>
                <a:ea typeface="Montserrat"/>
                <a:cs typeface="Montserrat"/>
                <a:sym typeface="Montserrat"/>
              </a:rPr>
              <a:t>client acquisition</a:t>
            </a:r>
            <a:r>
              <a:rPr lang="en" sz="1600">
                <a:solidFill>
                  <a:schemeClr val="dk1"/>
                </a:solidFill>
                <a:latin typeface="Montserrat"/>
                <a:ea typeface="Montserrat"/>
                <a:cs typeface="Montserrat"/>
                <a:sym typeface="Montserrat"/>
              </a:rPr>
              <a:t> and strengthen </a:t>
            </a:r>
            <a:r>
              <a:rPr lang="en" sz="1600" i="1">
                <a:solidFill>
                  <a:schemeClr val="dk1"/>
                </a:solidFill>
                <a:latin typeface="Montserrat"/>
                <a:ea typeface="Montserrat"/>
                <a:cs typeface="Montserrat"/>
                <a:sym typeface="Montserrat"/>
              </a:rPr>
              <a:t>client relationships</a:t>
            </a:r>
            <a:r>
              <a:rPr lang="en" sz="1600">
                <a:solidFill>
                  <a:schemeClr val="dk1"/>
                </a:solidFill>
                <a:latin typeface="Montserrat"/>
                <a:ea typeface="Montserrat"/>
                <a:cs typeface="Montserrat"/>
                <a:sym typeface="Montserrat"/>
              </a:rPr>
              <a:t> in the Asian market.</a:t>
            </a:r>
            <a:endParaRPr sz="16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74"/>
          <p:cNvSpPr txBox="1">
            <a:spLocks noGrp="1"/>
          </p:cNvSpPr>
          <p:nvPr>
            <p:ph type="body" idx="1"/>
          </p:nvPr>
        </p:nvSpPr>
        <p:spPr>
          <a:xfrm>
            <a:off x="1247825" y="1943700"/>
            <a:ext cx="5013300" cy="2753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200"/>
              <a:buNone/>
            </a:pPr>
            <a:r>
              <a:rPr lang="en" sz="1700" b="1">
                <a:solidFill>
                  <a:schemeClr val="dk2"/>
                </a:solidFill>
              </a:rPr>
              <a:t>Reasons</a:t>
            </a:r>
            <a:endParaRPr sz="1700" b="1">
              <a:solidFill>
                <a:schemeClr val="dk2"/>
              </a:solidFill>
            </a:endParaRPr>
          </a:p>
          <a:p>
            <a:pPr marL="457200" lvl="0" indent="-349250" algn="l" rtl="0">
              <a:lnSpc>
                <a:spcPct val="100000"/>
              </a:lnSpc>
              <a:spcBef>
                <a:spcPts val="500"/>
              </a:spcBef>
              <a:spcAft>
                <a:spcPts val="0"/>
              </a:spcAft>
              <a:buSzPts val="1900"/>
              <a:buChar char="●"/>
            </a:pPr>
            <a:r>
              <a:rPr lang="en" sz="1500">
                <a:solidFill>
                  <a:schemeClr val="dk1"/>
                </a:solidFill>
              </a:rPr>
              <a:t>Has been using </a:t>
            </a:r>
            <a:r>
              <a:rPr lang="en" sz="1500">
                <a:solidFill>
                  <a:schemeClr val="dk2"/>
                </a:solidFill>
              </a:rPr>
              <a:t>traditional </a:t>
            </a:r>
            <a:r>
              <a:rPr lang="en" sz="1500">
                <a:solidFill>
                  <a:schemeClr val="dk1"/>
                </a:solidFill>
              </a:rPr>
              <a:t>methods (e.g. market trends &amp; technical analysis)</a:t>
            </a:r>
            <a:endParaRPr sz="1500">
              <a:solidFill>
                <a:schemeClr val="dk1"/>
              </a:solidFill>
            </a:endParaRPr>
          </a:p>
          <a:p>
            <a:pPr marL="457200" marR="0" lvl="0" indent="-349250" algn="l" rtl="0">
              <a:lnSpc>
                <a:spcPct val="100000"/>
              </a:lnSpc>
              <a:spcBef>
                <a:spcPts val="1000"/>
              </a:spcBef>
              <a:spcAft>
                <a:spcPts val="0"/>
              </a:spcAft>
              <a:buSzPts val="1900"/>
              <a:buChar char="●"/>
            </a:pPr>
            <a:r>
              <a:rPr lang="en" sz="1500">
                <a:solidFill>
                  <a:schemeClr val="dk1"/>
                </a:solidFill>
              </a:rPr>
              <a:t>Relying heavily on social media and not doing their due diligence.</a:t>
            </a:r>
            <a:endParaRPr sz="1500">
              <a:solidFill>
                <a:schemeClr val="dk1"/>
              </a:solidFill>
            </a:endParaRPr>
          </a:p>
          <a:p>
            <a:pPr marL="457200" marR="0" lvl="0" indent="0" algn="l" rtl="0">
              <a:lnSpc>
                <a:spcPct val="100000"/>
              </a:lnSpc>
              <a:spcBef>
                <a:spcPts val="1000"/>
              </a:spcBef>
              <a:spcAft>
                <a:spcPts val="1000"/>
              </a:spcAft>
              <a:buNone/>
            </a:pPr>
            <a:endParaRPr sz="1500">
              <a:solidFill>
                <a:schemeClr val="dk1"/>
              </a:solidFill>
            </a:endParaRPr>
          </a:p>
        </p:txBody>
      </p:sp>
      <p:pic>
        <p:nvPicPr>
          <p:cNvPr id="432" name="Google Shape;432;p74"/>
          <p:cNvPicPr preferRelativeResize="0"/>
          <p:nvPr/>
        </p:nvPicPr>
        <p:blipFill rotWithShape="1">
          <a:blip r:embed="rId3">
            <a:alphaModFix/>
          </a:blip>
          <a:srcRect b="18704"/>
          <a:stretch/>
        </p:blipFill>
        <p:spPr>
          <a:xfrm>
            <a:off x="3456250" y="156100"/>
            <a:ext cx="1231876" cy="1328829"/>
          </a:xfrm>
          <a:prstGeom prst="rect">
            <a:avLst/>
          </a:prstGeom>
          <a:noFill/>
          <a:ln>
            <a:noFill/>
          </a:ln>
        </p:spPr>
      </p:pic>
      <p:sp>
        <p:nvSpPr>
          <p:cNvPr id="433" name="Google Shape;433;p74"/>
          <p:cNvSpPr txBox="1">
            <a:spLocks noGrp="1"/>
          </p:cNvSpPr>
          <p:nvPr>
            <p:ph type="title"/>
          </p:nvPr>
        </p:nvSpPr>
        <p:spPr>
          <a:xfrm>
            <a:off x="1156525" y="1188000"/>
            <a:ext cx="5412900" cy="7557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Clr>
                <a:schemeClr val="dk1"/>
              </a:buClr>
              <a:buSzPts val="1100"/>
              <a:buFont typeface="Arial"/>
              <a:buNone/>
            </a:pPr>
            <a:endParaRPr sz="1600">
              <a:solidFill>
                <a:schemeClr val="dk2"/>
              </a:solidFill>
            </a:endParaRPr>
          </a:p>
          <a:p>
            <a:pPr marL="0" lvl="0" indent="0" algn="l" rtl="0">
              <a:lnSpc>
                <a:spcPct val="100000"/>
              </a:lnSpc>
              <a:spcBef>
                <a:spcPts val="500"/>
              </a:spcBef>
              <a:spcAft>
                <a:spcPts val="0"/>
              </a:spcAft>
              <a:buSzPts val="2400"/>
              <a:buNone/>
            </a:pPr>
            <a:r>
              <a:rPr lang="en"/>
              <a:t>Target: </a:t>
            </a:r>
            <a:r>
              <a:rPr lang="en" i="1"/>
              <a:t>New Age Investors</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75"/>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Target Users’ Problem</a:t>
            </a:r>
            <a:endParaRPr/>
          </a:p>
        </p:txBody>
      </p:sp>
      <p:sp>
        <p:nvSpPr>
          <p:cNvPr id="439" name="Google Shape;439;p75"/>
          <p:cNvSpPr txBox="1">
            <a:spLocks noGrp="1"/>
          </p:cNvSpPr>
          <p:nvPr>
            <p:ph type="subTitle" idx="1"/>
          </p:nvPr>
        </p:nvSpPr>
        <p:spPr>
          <a:xfrm>
            <a:off x="204175" y="1857000"/>
            <a:ext cx="3018600" cy="408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
              <a:t> </a:t>
            </a:r>
            <a:r>
              <a:rPr lang="en" u="sng"/>
              <a:t>Speed</a:t>
            </a:r>
            <a:r>
              <a:rPr lang="en"/>
              <a:t> of </a:t>
            </a:r>
            <a:endParaRPr/>
          </a:p>
          <a:p>
            <a:pPr marL="0" lvl="0" indent="0" algn="ctr" rtl="0">
              <a:lnSpc>
                <a:spcPct val="100000"/>
              </a:lnSpc>
              <a:spcBef>
                <a:spcPts val="0"/>
              </a:spcBef>
              <a:spcAft>
                <a:spcPts val="1600"/>
              </a:spcAft>
              <a:buSzPts val="1800"/>
              <a:buNone/>
            </a:pPr>
            <a:r>
              <a:rPr lang="en"/>
              <a:t>Sentiment analysis</a:t>
            </a:r>
            <a:endParaRPr/>
          </a:p>
        </p:txBody>
      </p:sp>
      <p:sp>
        <p:nvSpPr>
          <p:cNvPr id="440" name="Google Shape;440;p75"/>
          <p:cNvSpPr txBox="1">
            <a:spLocks noGrp="1"/>
          </p:cNvSpPr>
          <p:nvPr>
            <p:ph type="subTitle" idx="2"/>
          </p:nvPr>
        </p:nvSpPr>
        <p:spPr>
          <a:xfrm>
            <a:off x="352200" y="2604300"/>
            <a:ext cx="2495100" cy="21384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200"/>
              <a:t>Info </a:t>
            </a:r>
            <a:r>
              <a:rPr lang="en" sz="1200">
                <a:solidFill>
                  <a:schemeClr val="dk2"/>
                </a:solidFill>
              </a:rPr>
              <a:t>overload </a:t>
            </a:r>
            <a:r>
              <a:rPr lang="en" sz="1200"/>
              <a:t>due to manually analyzing news sources or social media posts</a:t>
            </a:r>
            <a:endParaRPr sz="1200"/>
          </a:p>
          <a:p>
            <a:pPr marL="457200" lvl="0" indent="-330200" algn="l" rtl="0">
              <a:lnSpc>
                <a:spcPct val="115000"/>
              </a:lnSpc>
              <a:spcBef>
                <a:spcPts val="1000"/>
              </a:spcBef>
              <a:spcAft>
                <a:spcPts val="0"/>
              </a:spcAft>
              <a:buSzPts val="1600"/>
              <a:buChar char="●"/>
            </a:pPr>
            <a:r>
              <a:rPr lang="en" sz="1200"/>
              <a:t>Difficulty of staying </a:t>
            </a:r>
            <a:r>
              <a:rPr lang="en" sz="1200">
                <a:solidFill>
                  <a:schemeClr val="dk2"/>
                </a:solidFill>
              </a:rPr>
              <a:t>updated in real-time</a:t>
            </a:r>
            <a:endParaRPr sz="1200"/>
          </a:p>
          <a:p>
            <a:pPr marL="0" lvl="0" indent="0" algn="l" rtl="0">
              <a:lnSpc>
                <a:spcPct val="115000"/>
              </a:lnSpc>
              <a:spcBef>
                <a:spcPts val="0"/>
              </a:spcBef>
              <a:spcAft>
                <a:spcPts val="0"/>
              </a:spcAft>
              <a:buSzPts val="1800"/>
              <a:buNone/>
            </a:pPr>
            <a:endParaRPr sz="1200"/>
          </a:p>
        </p:txBody>
      </p:sp>
      <p:sp>
        <p:nvSpPr>
          <p:cNvPr id="441" name="Google Shape;441;p75"/>
          <p:cNvSpPr txBox="1">
            <a:spLocks noGrp="1"/>
          </p:cNvSpPr>
          <p:nvPr>
            <p:ph type="subTitle" idx="3"/>
          </p:nvPr>
        </p:nvSpPr>
        <p:spPr>
          <a:xfrm>
            <a:off x="3163150" y="1857000"/>
            <a:ext cx="2901300" cy="72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u="sng"/>
              <a:t>Accuracy</a:t>
            </a:r>
            <a:r>
              <a:rPr lang="en"/>
              <a:t> of Sentiment analysis</a:t>
            </a:r>
            <a:endParaRPr/>
          </a:p>
        </p:txBody>
      </p:sp>
      <p:sp>
        <p:nvSpPr>
          <p:cNvPr id="442" name="Google Shape;442;p75"/>
          <p:cNvSpPr txBox="1">
            <a:spLocks noGrp="1"/>
          </p:cNvSpPr>
          <p:nvPr>
            <p:ph type="subTitle" idx="4"/>
          </p:nvPr>
        </p:nvSpPr>
        <p:spPr>
          <a:xfrm>
            <a:off x="3163150" y="2528100"/>
            <a:ext cx="2901300" cy="21384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200"/>
              <a:t>Rising trend of online retail investors that can shift market prices</a:t>
            </a:r>
            <a:endParaRPr sz="1200"/>
          </a:p>
          <a:p>
            <a:pPr marL="457200" lvl="0" indent="-330200" algn="l" rtl="0">
              <a:lnSpc>
                <a:spcPct val="115000"/>
              </a:lnSpc>
              <a:spcBef>
                <a:spcPts val="1000"/>
              </a:spcBef>
              <a:spcAft>
                <a:spcPts val="0"/>
              </a:spcAft>
              <a:buSzPts val="1600"/>
              <a:buChar char="●"/>
            </a:pPr>
            <a:r>
              <a:rPr lang="en" sz="1200"/>
              <a:t>Sentiment of these individuals </a:t>
            </a:r>
            <a:r>
              <a:rPr lang="en" sz="1200">
                <a:solidFill>
                  <a:schemeClr val="dk2"/>
                </a:solidFill>
              </a:rPr>
              <a:t>cannot be captured through news</a:t>
            </a:r>
            <a:r>
              <a:rPr lang="en" sz="1200"/>
              <a:t> </a:t>
            </a:r>
            <a:endParaRPr sz="1200"/>
          </a:p>
        </p:txBody>
      </p:sp>
      <p:pic>
        <p:nvPicPr>
          <p:cNvPr id="443" name="Google Shape;443;p75"/>
          <p:cNvPicPr preferRelativeResize="0"/>
          <p:nvPr/>
        </p:nvPicPr>
        <p:blipFill rotWithShape="1">
          <a:blip r:embed="rId3">
            <a:alphaModFix/>
          </a:blip>
          <a:srcRect/>
          <a:stretch/>
        </p:blipFill>
        <p:spPr>
          <a:xfrm>
            <a:off x="1503074" y="1358428"/>
            <a:ext cx="420800" cy="420818"/>
          </a:xfrm>
          <a:prstGeom prst="rect">
            <a:avLst/>
          </a:prstGeom>
          <a:noFill/>
          <a:ln>
            <a:noFill/>
          </a:ln>
        </p:spPr>
      </p:pic>
      <p:pic>
        <p:nvPicPr>
          <p:cNvPr id="444" name="Google Shape;444;p75"/>
          <p:cNvPicPr preferRelativeResize="0"/>
          <p:nvPr/>
        </p:nvPicPr>
        <p:blipFill rotWithShape="1">
          <a:blip r:embed="rId4">
            <a:alphaModFix/>
          </a:blip>
          <a:srcRect/>
          <a:stretch/>
        </p:blipFill>
        <p:spPr>
          <a:xfrm>
            <a:off x="4329687" y="1266100"/>
            <a:ext cx="605450" cy="605450"/>
          </a:xfrm>
          <a:prstGeom prst="rect">
            <a:avLst/>
          </a:prstGeom>
          <a:noFill/>
          <a:ln>
            <a:noFill/>
          </a:ln>
        </p:spPr>
      </p:pic>
      <p:sp>
        <p:nvSpPr>
          <p:cNvPr id="445" name="Google Shape;445;p75"/>
          <p:cNvSpPr txBox="1">
            <a:spLocks noGrp="1"/>
          </p:cNvSpPr>
          <p:nvPr>
            <p:ph type="subTitle" idx="3"/>
          </p:nvPr>
        </p:nvSpPr>
        <p:spPr>
          <a:xfrm>
            <a:off x="6064450" y="1857700"/>
            <a:ext cx="2901300" cy="729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u="sng"/>
              <a:t>Prediction</a:t>
            </a:r>
            <a:r>
              <a:rPr lang="en"/>
              <a:t> of Historical prices</a:t>
            </a:r>
            <a:endParaRPr b="0"/>
          </a:p>
        </p:txBody>
      </p:sp>
      <p:sp>
        <p:nvSpPr>
          <p:cNvPr id="446" name="Google Shape;446;p75"/>
          <p:cNvSpPr txBox="1">
            <a:spLocks noGrp="1"/>
          </p:cNvSpPr>
          <p:nvPr>
            <p:ph type="subTitle" idx="4"/>
          </p:nvPr>
        </p:nvSpPr>
        <p:spPr>
          <a:xfrm>
            <a:off x="6064450" y="2528100"/>
            <a:ext cx="2939700" cy="21384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200"/>
              <a:t>Effect of these sentiment values and their </a:t>
            </a:r>
            <a:r>
              <a:rPr lang="en" sz="1200">
                <a:solidFill>
                  <a:schemeClr val="dk2"/>
                </a:solidFill>
              </a:rPr>
              <a:t>correlation </a:t>
            </a:r>
            <a:r>
              <a:rPr lang="en" sz="1200"/>
              <a:t>compared to the stocks cannot be determined easily </a:t>
            </a:r>
            <a:endParaRPr sz="1200"/>
          </a:p>
          <a:p>
            <a:pPr marL="457200" lvl="0" indent="0" algn="l" rtl="0">
              <a:lnSpc>
                <a:spcPct val="115000"/>
              </a:lnSpc>
              <a:spcBef>
                <a:spcPts val="0"/>
              </a:spcBef>
              <a:spcAft>
                <a:spcPts val="0"/>
              </a:spcAft>
              <a:buSzPts val="1800"/>
              <a:buNone/>
            </a:pPr>
            <a:endParaRPr sz="1200"/>
          </a:p>
          <a:p>
            <a:pPr marL="457200" marR="0" lvl="0" indent="-330200" algn="l" rtl="0">
              <a:lnSpc>
                <a:spcPct val="115000"/>
              </a:lnSpc>
              <a:spcBef>
                <a:spcPts val="0"/>
              </a:spcBef>
              <a:spcAft>
                <a:spcPts val="0"/>
              </a:spcAft>
              <a:buSzPts val="1600"/>
              <a:buChar char="●"/>
            </a:pPr>
            <a:r>
              <a:rPr lang="en" sz="1200"/>
              <a:t>Hard to integrate findings with general price predictions</a:t>
            </a:r>
            <a:endParaRPr sz="1200"/>
          </a:p>
        </p:txBody>
      </p:sp>
      <p:pic>
        <p:nvPicPr>
          <p:cNvPr id="447" name="Google Shape;447;p75"/>
          <p:cNvPicPr preferRelativeResize="0"/>
          <p:nvPr/>
        </p:nvPicPr>
        <p:blipFill rotWithShape="1">
          <a:blip r:embed="rId5">
            <a:alphaModFix/>
          </a:blip>
          <a:srcRect/>
          <a:stretch/>
        </p:blipFill>
        <p:spPr>
          <a:xfrm>
            <a:off x="7188550" y="1356163"/>
            <a:ext cx="425350" cy="425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6"/>
          <p:cNvSpPr txBox="1">
            <a:spLocks noGrp="1"/>
          </p:cNvSpPr>
          <p:nvPr>
            <p:ph type="title"/>
          </p:nvPr>
        </p:nvSpPr>
        <p:spPr>
          <a:xfrm>
            <a:off x="717800" y="1373775"/>
            <a:ext cx="7708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Business opportunity </a:t>
            </a:r>
            <a:endParaRPr/>
          </a:p>
        </p:txBody>
      </p:sp>
      <p:sp>
        <p:nvSpPr>
          <p:cNvPr id="453" name="Google Shape;453;p76"/>
          <p:cNvSpPr txBox="1">
            <a:spLocks noGrp="1"/>
          </p:cNvSpPr>
          <p:nvPr>
            <p:ph type="subTitle" idx="4"/>
          </p:nvPr>
        </p:nvSpPr>
        <p:spPr>
          <a:xfrm>
            <a:off x="717800" y="2102400"/>
            <a:ext cx="4144500" cy="208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600"/>
              <a:t>Sentiment Analysis combined with Price prediction </a:t>
            </a:r>
            <a:endParaRPr sz="1600"/>
          </a:p>
          <a:p>
            <a:pPr marL="457200" lvl="0" indent="-342900" algn="l" rtl="0">
              <a:lnSpc>
                <a:spcPct val="115000"/>
              </a:lnSpc>
              <a:spcBef>
                <a:spcPts val="1000"/>
              </a:spcBef>
              <a:spcAft>
                <a:spcPts val="0"/>
              </a:spcAft>
              <a:buSzPts val="1800"/>
              <a:buChar char="●"/>
            </a:pPr>
            <a:r>
              <a:rPr lang="en" sz="1600">
                <a:solidFill>
                  <a:schemeClr val="dk2"/>
                </a:solidFill>
              </a:rPr>
              <a:t>Social media </a:t>
            </a:r>
            <a:r>
              <a:rPr lang="en" sz="1600"/>
              <a:t>platforms</a:t>
            </a:r>
            <a:endParaRPr sz="1600"/>
          </a:p>
          <a:p>
            <a:pPr marL="457200" lvl="0" indent="-342900" algn="l" rtl="0">
              <a:lnSpc>
                <a:spcPct val="115000"/>
              </a:lnSpc>
              <a:spcBef>
                <a:spcPts val="0"/>
              </a:spcBef>
              <a:spcAft>
                <a:spcPts val="0"/>
              </a:spcAft>
              <a:buSzPts val="1800"/>
              <a:buChar char="●"/>
            </a:pPr>
            <a:r>
              <a:rPr lang="en" sz="1600">
                <a:solidFill>
                  <a:schemeClr val="dk2"/>
                </a:solidFill>
              </a:rPr>
              <a:t>News </a:t>
            </a:r>
            <a:r>
              <a:rPr lang="en" sz="1600"/>
              <a:t>outlets</a:t>
            </a:r>
            <a:endParaRPr sz="1600"/>
          </a:p>
          <a:p>
            <a:pPr marL="457200" marR="0" lvl="0" indent="-342900" algn="l" rtl="0">
              <a:lnSpc>
                <a:spcPct val="115000"/>
              </a:lnSpc>
              <a:spcBef>
                <a:spcPts val="0"/>
              </a:spcBef>
              <a:spcAft>
                <a:spcPts val="0"/>
              </a:spcAft>
              <a:buSzPts val="1800"/>
              <a:buChar char="●"/>
            </a:pPr>
            <a:r>
              <a:rPr lang="en" sz="1600">
                <a:solidFill>
                  <a:schemeClr val="dk2"/>
                </a:solidFill>
              </a:rPr>
              <a:t>Machine learning</a:t>
            </a:r>
            <a:endParaRPr sz="1600"/>
          </a:p>
          <a:p>
            <a:pPr marL="0" lvl="0" indent="0" algn="l" rtl="0">
              <a:lnSpc>
                <a:spcPct val="115000"/>
              </a:lnSpc>
              <a:spcBef>
                <a:spcPts val="1600"/>
              </a:spcBef>
              <a:spcAft>
                <a:spcPts val="1600"/>
              </a:spcAft>
              <a:buClr>
                <a:schemeClr val="dk1"/>
              </a:buClr>
              <a:buSzPts val="1100"/>
              <a:buFont typeface="Arial"/>
              <a:buNone/>
            </a:pPr>
            <a:endParaRPr sz="1600"/>
          </a:p>
        </p:txBody>
      </p:sp>
      <p:sp>
        <p:nvSpPr>
          <p:cNvPr id="454" name="Google Shape;454;p76"/>
          <p:cNvSpPr/>
          <p:nvPr/>
        </p:nvSpPr>
        <p:spPr>
          <a:xfrm rot="10800000" flipH="1">
            <a:off x="5416200" y="1010100"/>
            <a:ext cx="1216200" cy="1561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76"/>
          <p:cNvSpPr/>
          <p:nvPr/>
        </p:nvSpPr>
        <p:spPr>
          <a:xfrm rot="10800000" flipH="1">
            <a:off x="6632400" y="2571600"/>
            <a:ext cx="1216200" cy="2571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7"/>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77"/>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77"/>
          <p:cNvSpPr txBox="1"/>
          <p:nvPr/>
        </p:nvSpPr>
        <p:spPr>
          <a:xfrm>
            <a:off x="1225575" y="1614250"/>
            <a:ext cx="4899000" cy="72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1">
                <a:solidFill>
                  <a:srgbClr val="003BA3"/>
                </a:solidFill>
                <a:latin typeface="Montserrat"/>
                <a:ea typeface="Montserrat"/>
                <a:cs typeface="Montserrat"/>
                <a:sym typeface="Montserrat"/>
              </a:rPr>
              <a:t>Our solution:</a:t>
            </a:r>
            <a:endParaRPr sz="2800" b="1" i="1" u="none" strike="noStrike" cap="none">
              <a:solidFill>
                <a:srgbClr val="003BA3"/>
              </a:solidFill>
              <a:latin typeface="Montserrat"/>
              <a:ea typeface="Montserrat"/>
              <a:cs typeface="Montserrat"/>
              <a:sym typeface="Montserrat"/>
            </a:endParaRPr>
          </a:p>
        </p:txBody>
      </p:sp>
      <p:sp>
        <p:nvSpPr>
          <p:cNvPr id="463" name="Google Shape;463;p77"/>
          <p:cNvSpPr txBox="1"/>
          <p:nvPr/>
        </p:nvSpPr>
        <p:spPr>
          <a:xfrm>
            <a:off x="1225650" y="2261050"/>
            <a:ext cx="6572700" cy="2118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1600">
                <a:solidFill>
                  <a:schemeClr val="dk1"/>
                </a:solidFill>
                <a:latin typeface="Montserrat"/>
                <a:ea typeface="Montserrat"/>
                <a:cs typeface="Montserrat"/>
                <a:sym typeface="Montserrat"/>
              </a:rPr>
              <a:t>S</a:t>
            </a:r>
            <a:r>
              <a:rPr lang="en" sz="1600" b="0" i="0" u="none" strike="noStrike" cap="none">
                <a:solidFill>
                  <a:schemeClr val="dk1"/>
                </a:solidFill>
                <a:latin typeface="Montserrat"/>
                <a:ea typeface="Montserrat"/>
                <a:cs typeface="Montserrat"/>
                <a:sym typeface="Montserrat"/>
              </a:rPr>
              <a:t>pecialise</a:t>
            </a:r>
            <a:r>
              <a:rPr lang="en" sz="1600">
                <a:solidFill>
                  <a:schemeClr val="dk1"/>
                </a:solidFill>
                <a:latin typeface="Montserrat"/>
                <a:ea typeface="Montserrat"/>
                <a:cs typeface="Montserrat"/>
                <a:sym typeface="Montserrat"/>
              </a:rPr>
              <a:t> </a:t>
            </a:r>
            <a:r>
              <a:rPr lang="en" sz="1600" b="0" i="0" u="none" strike="noStrike" cap="none">
                <a:solidFill>
                  <a:schemeClr val="dk1"/>
                </a:solidFill>
                <a:latin typeface="Montserrat"/>
                <a:ea typeface="Montserrat"/>
                <a:cs typeface="Montserrat"/>
                <a:sym typeface="Montserrat"/>
              </a:rPr>
              <a:t>in crafting modern solutions for </a:t>
            </a:r>
            <a:r>
              <a:rPr lang="en" sz="1600" b="1">
                <a:solidFill>
                  <a:schemeClr val="dk2"/>
                </a:solidFill>
                <a:latin typeface="Montserrat"/>
                <a:ea typeface="Montserrat"/>
                <a:cs typeface="Montserrat"/>
                <a:sym typeface="Montserrat"/>
              </a:rPr>
              <a:t>wealth </a:t>
            </a:r>
            <a:r>
              <a:rPr lang="en" sz="1600" b="1" i="0" u="none" strike="noStrike" cap="none">
                <a:solidFill>
                  <a:schemeClr val="dk2"/>
                </a:solidFill>
                <a:latin typeface="Montserrat"/>
                <a:ea typeface="Montserrat"/>
                <a:cs typeface="Montserrat"/>
                <a:sym typeface="Montserrat"/>
              </a:rPr>
              <a:t>management</a:t>
            </a:r>
            <a:r>
              <a:rPr lang="en" sz="1600" b="0" i="0" u="none" strike="noStrike" cap="none">
                <a:solidFill>
                  <a:schemeClr val="dk1"/>
                </a:solidFill>
                <a:latin typeface="Montserrat"/>
                <a:ea typeface="Montserrat"/>
                <a:cs typeface="Montserrat"/>
                <a:sym typeface="Montserrat"/>
              </a:rPr>
              <a:t> </a:t>
            </a:r>
            <a:r>
              <a:rPr lang="en" sz="1600">
                <a:solidFill>
                  <a:schemeClr val="dk1"/>
                </a:solidFill>
                <a:latin typeface="Montserrat"/>
                <a:ea typeface="Montserrat"/>
                <a:cs typeface="Montserrat"/>
                <a:sym typeface="Montserrat"/>
              </a:rPr>
              <a:t>by:</a:t>
            </a:r>
            <a:endParaRPr sz="1600" b="0" i="0" u="none" strike="noStrike" cap="none">
              <a:solidFill>
                <a:schemeClr val="dk1"/>
              </a:solidFill>
              <a:latin typeface="Montserrat"/>
              <a:ea typeface="Montserrat"/>
              <a:cs typeface="Montserrat"/>
              <a:sym typeface="Montserrat"/>
            </a:endParaRPr>
          </a:p>
          <a:p>
            <a:pPr marL="457200" marR="0" lvl="0" indent="-317500" algn="l" rtl="0">
              <a:lnSpc>
                <a:spcPct val="115000"/>
              </a:lnSpc>
              <a:spcBef>
                <a:spcPts val="500"/>
              </a:spcBef>
              <a:spcAft>
                <a:spcPts val="0"/>
              </a:spcAft>
              <a:buClr>
                <a:schemeClr val="dk2"/>
              </a:buClr>
              <a:buSzPts val="1400"/>
              <a:buFont typeface="Montserrat"/>
              <a:buChar char="●"/>
            </a:pPr>
            <a:r>
              <a:rPr lang="en" sz="1600" b="0" i="0" u="none" strike="noStrike" cap="none">
                <a:solidFill>
                  <a:schemeClr val="dk1"/>
                </a:solidFill>
                <a:latin typeface="Montserrat"/>
                <a:ea typeface="Montserrat"/>
                <a:cs typeface="Montserrat"/>
                <a:sym typeface="Montserrat"/>
              </a:rPr>
              <a:t>Manag</a:t>
            </a:r>
            <a:r>
              <a:rPr lang="en" sz="1600">
                <a:solidFill>
                  <a:schemeClr val="dk1"/>
                </a:solidFill>
                <a:latin typeface="Montserrat"/>
                <a:ea typeface="Montserrat"/>
                <a:cs typeface="Montserrat"/>
                <a:sym typeface="Montserrat"/>
              </a:rPr>
              <a:t>ing</a:t>
            </a:r>
            <a:r>
              <a:rPr lang="en" sz="1600" b="0" i="0" u="none" strike="noStrike" cap="none">
                <a:solidFill>
                  <a:schemeClr val="dk1"/>
                </a:solidFill>
                <a:latin typeface="Montserrat"/>
                <a:ea typeface="Montserrat"/>
                <a:cs typeface="Montserrat"/>
                <a:sym typeface="Montserrat"/>
              </a:rPr>
              <a:t> investments for </a:t>
            </a:r>
            <a:r>
              <a:rPr lang="en" sz="1600" b="1">
                <a:solidFill>
                  <a:schemeClr val="dk1"/>
                </a:solidFill>
                <a:latin typeface="Montserrat"/>
                <a:ea typeface="Montserrat"/>
                <a:cs typeface="Montserrat"/>
                <a:sym typeface="Montserrat"/>
              </a:rPr>
              <a:t>bankers efficiently</a:t>
            </a:r>
            <a:endParaRPr sz="1600" b="1">
              <a:solidFill>
                <a:schemeClr val="dk1"/>
              </a:solidFill>
              <a:latin typeface="Montserrat"/>
              <a:ea typeface="Montserrat"/>
              <a:cs typeface="Montserrat"/>
              <a:sym typeface="Montserrat"/>
            </a:endParaRPr>
          </a:p>
          <a:p>
            <a:pPr marL="457200" marR="0" lvl="0" indent="-317500" algn="l" rtl="0">
              <a:lnSpc>
                <a:spcPct val="115000"/>
              </a:lnSpc>
              <a:spcBef>
                <a:spcPts val="500"/>
              </a:spcBef>
              <a:spcAft>
                <a:spcPts val="0"/>
              </a:spcAft>
              <a:buClr>
                <a:schemeClr val="dk2"/>
              </a:buClr>
              <a:buSzPts val="1400"/>
              <a:buFont typeface="Montserrat"/>
              <a:buChar char="●"/>
            </a:pPr>
            <a:r>
              <a:rPr lang="en" sz="1600">
                <a:solidFill>
                  <a:schemeClr val="dk1"/>
                </a:solidFill>
                <a:latin typeface="Montserrat"/>
                <a:ea typeface="Montserrat"/>
                <a:cs typeface="Montserrat"/>
                <a:sym typeface="Montserrat"/>
              </a:rPr>
              <a:t>Growing </a:t>
            </a:r>
            <a:r>
              <a:rPr lang="en" sz="1600" b="1">
                <a:solidFill>
                  <a:schemeClr val="dk1"/>
                </a:solidFill>
                <a:latin typeface="Montserrat"/>
                <a:ea typeface="Montserrat"/>
                <a:cs typeface="Montserrat"/>
                <a:sym typeface="Montserrat"/>
              </a:rPr>
              <a:t>clients’</a:t>
            </a:r>
            <a:r>
              <a:rPr lang="en" sz="1600">
                <a:solidFill>
                  <a:schemeClr val="dk1"/>
                </a:solidFill>
                <a:latin typeface="Montserrat"/>
                <a:ea typeface="Montserrat"/>
                <a:cs typeface="Montserrat"/>
                <a:sym typeface="Montserrat"/>
              </a:rPr>
              <a:t> portfolios </a:t>
            </a:r>
            <a:r>
              <a:rPr lang="en" sz="1600" b="1">
                <a:solidFill>
                  <a:schemeClr val="dk1"/>
                </a:solidFill>
                <a:latin typeface="Montserrat"/>
                <a:ea typeface="Montserrat"/>
                <a:cs typeface="Montserrat"/>
                <a:sym typeface="Montserrat"/>
              </a:rPr>
              <a:t>consistently</a:t>
            </a:r>
            <a:endParaRPr sz="1600" b="1">
              <a:solidFill>
                <a:schemeClr val="dk1"/>
              </a:solidFill>
              <a:latin typeface="Montserrat"/>
              <a:ea typeface="Montserrat"/>
              <a:cs typeface="Montserrat"/>
              <a:sym typeface="Montserrat"/>
            </a:endParaRPr>
          </a:p>
          <a:p>
            <a:pPr marL="457200" marR="0" lvl="0" indent="-317500" algn="l" rtl="0">
              <a:lnSpc>
                <a:spcPct val="115000"/>
              </a:lnSpc>
              <a:spcBef>
                <a:spcPts val="500"/>
              </a:spcBef>
              <a:spcAft>
                <a:spcPts val="0"/>
              </a:spcAft>
              <a:buClr>
                <a:schemeClr val="dk2"/>
              </a:buClr>
              <a:buSzPts val="1400"/>
              <a:buFont typeface="Montserrat"/>
              <a:buChar char="●"/>
            </a:pPr>
            <a:r>
              <a:rPr lang="en" sz="1600" b="0" i="0" u="none" strike="noStrike" cap="none">
                <a:solidFill>
                  <a:schemeClr val="dk2"/>
                </a:solidFill>
                <a:latin typeface="Montserrat"/>
                <a:ea typeface="Montserrat"/>
                <a:cs typeface="Montserrat"/>
                <a:sym typeface="Montserrat"/>
              </a:rPr>
              <a:t>Role:</a:t>
            </a:r>
            <a:r>
              <a:rPr lang="en" sz="1600" b="0" i="0" u="none" strike="noStrike" cap="none">
                <a:solidFill>
                  <a:schemeClr val="dk1"/>
                </a:solidFill>
                <a:latin typeface="Montserrat"/>
                <a:ea typeface="Montserrat"/>
                <a:cs typeface="Montserrat"/>
                <a:sym typeface="Montserrat"/>
              </a:rPr>
              <a:t> determine investments to make</a:t>
            </a:r>
            <a:endParaRPr sz="1600" b="0" i="0" u="none" strike="noStrike" cap="none">
              <a:solidFill>
                <a:schemeClr val="dk1"/>
              </a:solidFill>
              <a:latin typeface="Montserrat"/>
              <a:ea typeface="Montserrat"/>
              <a:cs typeface="Montserrat"/>
              <a:sym typeface="Montserrat"/>
            </a:endParaRPr>
          </a:p>
          <a:p>
            <a:pPr marL="457200" marR="0" lvl="0" indent="-317500" algn="l" rtl="0">
              <a:lnSpc>
                <a:spcPct val="115000"/>
              </a:lnSpc>
              <a:spcBef>
                <a:spcPts val="500"/>
              </a:spcBef>
              <a:spcAft>
                <a:spcPts val="0"/>
              </a:spcAft>
              <a:buClr>
                <a:schemeClr val="dk2"/>
              </a:buClr>
              <a:buSzPts val="1400"/>
              <a:buFont typeface="Montserrat"/>
              <a:buChar char="●"/>
            </a:pPr>
            <a:r>
              <a:rPr lang="en" sz="1600" b="0" i="0" u="none" strike="noStrike" cap="none">
                <a:solidFill>
                  <a:schemeClr val="dk2"/>
                </a:solidFill>
                <a:latin typeface="Montserrat"/>
                <a:ea typeface="Montserrat"/>
                <a:cs typeface="Montserrat"/>
                <a:sym typeface="Montserrat"/>
              </a:rPr>
              <a:t>Goal: </a:t>
            </a:r>
            <a:r>
              <a:rPr lang="en" sz="1600" b="0" i="0" u="none" strike="noStrike" cap="none">
                <a:solidFill>
                  <a:schemeClr val="dk1"/>
                </a:solidFill>
                <a:latin typeface="Montserrat"/>
                <a:ea typeface="Montserrat"/>
                <a:cs typeface="Montserrat"/>
                <a:sym typeface="Montserrat"/>
              </a:rPr>
              <a:t>grow portfolios ⇔ mitigate risk</a:t>
            </a:r>
            <a:endParaRPr sz="1600" b="0" i="0" u="none" strike="noStrike" cap="none">
              <a:solidFill>
                <a:schemeClr val="dk2"/>
              </a:solidFill>
              <a:latin typeface="Montserrat"/>
              <a:ea typeface="Montserrat"/>
              <a:cs typeface="Montserrat"/>
              <a:sym typeface="Montserrat"/>
            </a:endParaRPr>
          </a:p>
          <a:p>
            <a:pPr marL="0" marR="0" lvl="0" indent="0" algn="l" rtl="0">
              <a:lnSpc>
                <a:spcPct val="100000"/>
              </a:lnSpc>
              <a:spcBef>
                <a:spcPts val="500"/>
              </a:spcBef>
              <a:spcAft>
                <a:spcPts val="1000"/>
              </a:spcAft>
              <a:buClr>
                <a:srgbClr val="000000"/>
              </a:buClr>
              <a:buSzPts val="1600"/>
              <a:buFont typeface="Arial"/>
              <a:buNone/>
            </a:pPr>
            <a:endParaRPr sz="16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8"/>
          <p:cNvSpPr txBox="1">
            <a:spLocks noGrp="1"/>
          </p:cNvSpPr>
          <p:nvPr>
            <p:ph type="title"/>
          </p:nvPr>
        </p:nvSpPr>
        <p:spPr>
          <a:xfrm>
            <a:off x="311700" y="565738"/>
            <a:ext cx="8520600" cy="704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Using social media</a:t>
            </a:r>
            <a:endParaRPr/>
          </a:p>
        </p:txBody>
      </p:sp>
      <p:sp>
        <p:nvSpPr>
          <p:cNvPr id="469" name="Google Shape;469;p78"/>
          <p:cNvSpPr/>
          <p:nvPr/>
        </p:nvSpPr>
        <p:spPr>
          <a:xfrm>
            <a:off x="3348064" y="3195280"/>
            <a:ext cx="2484000" cy="1246200"/>
          </a:xfrm>
          <a:prstGeom prst="roundRect">
            <a:avLst>
              <a:gd name="adj" fmla="val 7122"/>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Montserrat"/>
                <a:ea typeface="Montserrat"/>
                <a:cs typeface="Montserrat"/>
                <a:sym typeface="Montserrat"/>
              </a:rPr>
              <a:t>Extract</a:t>
            </a:r>
            <a:r>
              <a:rPr lang="en" sz="1500" b="0" i="0" u="none" strike="noStrike" cap="none">
                <a:solidFill>
                  <a:schemeClr val="dk1"/>
                </a:solidFill>
                <a:latin typeface="Montserrat"/>
                <a:ea typeface="Montserrat"/>
                <a:cs typeface="Montserrat"/>
                <a:sym typeface="Montserrat"/>
              </a:rPr>
              <a:t> meaningful information</a:t>
            </a:r>
            <a:r>
              <a:rPr lang="en" sz="1500" b="0" i="0" u="none" strike="noStrike" cap="none">
                <a:solidFill>
                  <a:schemeClr val="dk2"/>
                </a:solidFill>
                <a:latin typeface="Montserrat"/>
                <a:ea typeface="Montserrat"/>
                <a:cs typeface="Montserrat"/>
                <a:sym typeface="Montserrat"/>
              </a:rPr>
              <a:t> </a:t>
            </a:r>
            <a:r>
              <a:rPr lang="en" sz="1500" b="0" i="0" u="none" strike="noStrike" cap="none">
                <a:solidFill>
                  <a:srgbClr val="000000"/>
                </a:solidFill>
                <a:latin typeface="Montserrat"/>
                <a:ea typeface="Montserrat"/>
                <a:cs typeface="Montserrat"/>
                <a:sym typeface="Montserrat"/>
              </a:rPr>
              <a:t>that supports changes in the stock market</a:t>
            </a:r>
            <a:endParaRPr sz="1500" b="0" i="0" u="none" strike="noStrike" cap="none">
              <a:solidFill>
                <a:srgbClr val="000000"/>
              </a:solidFill>
              <a:latin typeface="Montserrat"/>
              <a:ea typeface="Montserrat"/>
              <a:cs typeface="Montserrat"/>
              <a:sym typeface="Montserrat"/>
            </a:endParaRPr>
          </a:p>
        </p:txBody>
      </p:sp>
      <p:sp>
        <p:nvSpPr>
          <p:cNvPr id="470" name="Google Shape;470;p78"/>
          <p:cNvSpPr/>
          <p:nvPr/>
        </p:nvSpPr>
        <p:spPr>
          <a:xfrm>
            <a:off x="5992738" y="3119080"/>
            <a:ext cx="2484000" cy="1246200"/>
          </a:xfrm>
          <a:prstGeom prst="roundRect">
            <a:avLst>
              <a:gd name="adj" fmla="val 7122"/>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Montserrat"/>
                <a:ea typeface="Montserrat"/>
                <a:cs typeface="Montserrat"/>
                <a:sym typeface="Montserrat"/>
              </a:rPr>
              <a:t>Fast &amp; cheap </a:t>
            </a:r>
            <a:r>
              <a:rPr lang="en" sz="1500" b="0" i="0" u="none" strike="noStrike" cap="none">
                <a:solidFill>
                  <a:srgbClr val="000000"/>
                </a:solidFill>
                <a:latin typeface="Montserrat"/>
                <a:ea typeface="Montserrat"/>
                <a:cs typeface="Montserrat"/>
                <a:sym typeface="Montserrat"/>
              </a:rPr>
              <a:t>compared to traditional methods </a:t>
            </a:r>
            <a:endParaRPr sz="1500" b="0" i="0" u="none" strike="noStrike" cap="none">
              <a:solidFill>
                <a:srgbClr val="000000"/>
              </a:solidFill>
              <a:latin typeface="Montserrat"/>
              <a:ea typeface="Montserrat"/>
              <a:cs typeface="Montserrat"/>
              <a:sym typeface="Montserrat"/>
            </a:endParaRPr>
          </a:p>
        </p:txBody>
      </p:sp>
      <p:sp>
        <p:nvSpPr>
          <p:cNvPr id="471" name="Google Shape;471;p78"/>
          <p:cNvSpPr/>
          <p:nvPr/>
        </p:nvSpPr>
        <p:spPr>
          <a:xfrm>
            <a:off x="892075" y="3122375"/>
            <a:ext cx="2079300" cy="1014300"/>
          </a:xfrm>
          <a:prstGeom prst="roundRect">
            <a:avLst>
              <a:gd name="adj" fmla="val 7122"/>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dk1"/>
                </a:solidFill>
                <a:latin typeface="Montserrat"/>
                <a:ea typeface="Montserrat"/>
                <a:cs typeface="Montserrat"/>
                <a:sym typeface="Montserrat"/>
              </a:rPr>
              <a:t>Freely </a:t>
            </a:r>
            <a:r>
              <a:rPr lang="en" sz="1500" b="0" i="0" u="none" strike="noStrike" cap="none">
                <a:solidFill>
                  <a:schemeClr val="dk2"/>
                </a:solidFill>
                <a:latin typeface="Montserrat"/>
                <a:ea typeface="Montserrat"/>
                <a:cs typeface="Montserrat"/>
                <a:sym typeface="Montserrat"/>
              </a:rPr>
              <a:t>available</a:t>
            </a:r>
            <a:r>
              <a:rPr lang="en" sz="1500" b="0" i="0" u="none" strike="noStrike" cap="none">
                <a:solidFill>
                  <a:srgbClr val="000000"/>
                </a:solidFill>
                <a:latin typeface="Montserrat"/>
                <a:ea typeface="Montserrat"/>
                <a:cs typeface="Montserrat"/>
                <a:sym typeface="Montserrat"/>
              </a:rPr>
              <a:t> source of big data</a:t>
            </a:r>
            <a:endParaRPr sz="1500" b="0" i="0" u="none" strike="noStrike" cap="none">
              <a:solidFill>
                <a:srgbClr val="000000"/>
              </a:solidFill>
              <a:latin typeface="Montserrat"/>
              <a:ea typeface="Montserrat"/>
              <a:cs typeface="Montserrat"/>
              <a:sym typeface="Montserrat"/>
            </a:endParaRPr>
          </a:p>
        </p:txBody>
      </p:sp>
      <p:pic>
        <p:nvPicPr>
          <p:cNvPr id="472" name="Google Shape;472;p78"/>
          <p:cNvPicPr preferRelativeResize="0"/>
          <p:nvPr/>
        </p:nvPicPr>
        <p:blipFill rotWithShape="1">
          <a:blip r:embed="rId3">
            <a:alphaModFix/>
          </a:blip>
          <a:srcRect/>
          <a:stretch/>
        </p:blipFill>
        <p:spPr>
          <a:xfrm>
            <a:off x="1437625" y="2074375"/>
            <a:ext cx="617900" cy="617900"/>
          </a:xfrm>
          <a:prstGeom prst="rect">
            <a:avLst/>
          </a:prstGeom>
          <a:noFill/>
          <a:ln>
            <a:noFill/>
          </a:ln>
        </p:spPr>
      </p:pic>
      <p:pic>
        <p:nvPicPr>
          <p:cNvPr id="473" name="Google Shape;473;p78"/>
          <p:cNvPicPr preferRelativeResize="0"/>
          <p:nvPr/>
        </p:nvPicPr>
        <p:blipFill rotWithShape="1">
          <a:blip r:embed="rId4">
            <a:alphaModFix/>
          </a:blip>
          <a:srcRect/>
          <a:stretch/>
        </p:blipFill>
        <p:spPr>
          <a:xfrm>
            <a:off x="1715312" y="2349739"/>
            <a:ext cx="617900" cy="617900"/>
          </a:xfrm>
          <a:prstGeom prst="rect">
            <a:avLst/>
          </a:prstGeom>
          <a:noFill/>
          <a:ln>
            <a:noFill/>
          </a:ln>
        </p:spPr>
      </p:pic>
      <p:pic>
        <p:nvPicPr>
          <p:cNvPr id="474" name="Google Shape;474;p78"/>
          <p:cNvPicPr preferRelativeResize="0"/>
          <p:nvPr/>
        </p:nvPicPr>
        <p:blipFill rotWithShape="1">
          <a:blip r:embed="rId5">
            <a:alphaModFix/>
          </a:blip>
          <a:srcRect/>
          <a:stretch/>
        </p:blipFill>
        <p:spPr>
          <a:xfrm>
            <a:off x="6770750" y="2064598"/>
            <a:ext cx="1014300" cy="1014300"/>
          </a:xfrm>
          <a:prstGeom prst="rect">
            <a:avLst/>
          </a:prstGeom>
          <a:noFill/>
          <a:ln>
            <a:noFill/>
          </a:ln>
        </p:spPr>
      </p:pic>
      <p:pic>
        <p:nvPicPr>
          <p:cNvPr id="475" name="Google Shape;475;p78"/>
          <p:cNvPicPr preferRelativeResize="0"/>
          <p:nvPr/>
        </p:nvPicPr>
        <p:blipFill rotWithShape="1">
          <a:blip r:embed="rId6">
            <a:alphaModFix/>
          </a:blip>
          <a:srcRect/>
          <a:stretch/>
        </p:blipFill>
        <p:spPr>
          <a:xfrm>
            <a:off x="4013012" y="1953348"/>
            <a:ext cx="1014300" cy="1014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9"/>
          <p:cNvSpPr txBox="1">
            <a:spLocks noGrp="1"/>
          </p:cNvSpPr>
          <p:nvPr>
            <p:ph type="title"/>
          </p:nvPr>
        </p:nvSpPr>
        <p:spPr>
          <a:xfrm>
            <a:off x="311700" y="565738"/>
            <a:ext cx="8520600" cy="704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Using machine learning</a:t>
            </a:r>
            <a:endParaRPr/>
          </a:p>
        </p:txBody>
      </p:sp>
      <p:sp>
        <p:nvSpPr>
          <p:cNvPr id="481" name="Google Shape;481;p79"/>
          <p:cNvSpPr/>
          <p:nvPr/>
        </p:nvSpPr>
        <p:spPr>
          <a:xfrm>
            <a:off x="5309326" y="2767055"/>
            <a:ext cx="2484000" cy="1246200"/>
          </a:xfrm>
          <a:prstGeom prst="roundRect">
            <a:avLst>
              <a:gd name="adj" fmla="val 7122"/>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Montserrat"/>
                <a:ea typeface="Montserrat"/>
                <a:cs typeface="Montserrat"/>
                <a:sym typeface="Montserrat"/>
              </a:rPr>
              <a:t>Faster computation </a:t>
            </a:r>
            <a:r>
              <a:rPr lang="en" sz="1500" b="0" i="0" u="none" strike="noStrike" cap="none">
                <a:solidFill>
                  <a:schemeClr val="dk1"/>
                </a:solidFill>
                <a:latin typeface="Montserrat"/>
                <a:ea typeface="Montserrat"/>
                <a:cs typeface="Montserrat"/>
                <a:sym typeface="Montserrat"/>
              </a:rPr>
              <a:t>compared to manual analysis</a:t>
            </a:r>
            <a:endParaRPr sz="1500" b="0" i="0" u="none" strike="noStrike" cap="none">
              <a:solidFill>
                <a:schemeClr val="dk1"/>
              </a:solidFill>
              <a:latin typeface="Montserrat"/>
              <a:ea typeface="Montserrat"/>
              <a:cs typeface="Montserrat"/>
              <a:sym typeface="Montserrat"/>
            </a:endParaRPr>
          </a:p>
        </p:txBody>
      </p:sp>
      <p:sp>
        <p:nvSpPr>
          <p:cNvPr id="482" name="Google Shape;482;p79"/>
          <p:cNvSpPr/>
          <p:nvPr/>
        </p:nvSpPr>
        <p:spPr>
          <a:xfrm>
            <a:off x="1134600" y="2690850"/>
            <a:ext cx="3138900" cy="1246200"/>
          </a:xfrm>
          <a:prstGeom prst="roundRect">
            <a:avLst>
              <a:gd name="adj" fmla="val 7122"/>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a:solidFill>
                  <a:schemeClr val="dk2"/>
                </a:solidFill>
                <a:latin typeface="Montserrat"/>
                <a:ea typeface="Montserrat"/>
                <a:cs typeface="Montserrat"/>
                <a:sym typeface="Montserrat"/>
              </a:rPr>
              <a:t>Faster sentiment analysis </a:t>
            </a:r>
            <a:r>
              <a:rPr lang="en" sz="1500">
                <a:solidFill>
                  <a:schemeClr val="dk1"/>
                </a:solidFill>
                <a:latin typeface="Montserrat"/>
                <a:ea typeface="Montserrat"/>
                <a:cs typeface="Montserrat"/>
                <a:sym typeface="Montserrat"/>
              </a:rPr>
              <a:t>and </a:t>
            </a:r>
            <a:r>
              <a:rPr lang="en" sz="1500">
                <a:solidFill>
                  <a:schemeClr val="dk2"/>
                </a:solidFill>
                <a:latin typeface="Montserrat"/>
                <a:ea typeface="Montserrat"/>
                <a:cs typeface="Montserrat"/>
                <a:sym typeface="Montserrat"/>
              </a:rPr>
              <a:t>relatively accurate price prediction</a:t>
            </a:r>
            <a:endParaRPr sz="1500" b="0" i="0" u="none" strike="noStrike" cap="none">
              <a:solidFill>
                <a:schemeClr val="dk2"/>
              </a:solidFill>
              <a:latin typeface="Montserrat"/>
              <a:ea typeface="Montserrat"/>
              <a:cs typeface="Montserrat"/>
              <a:sym typeface="Montserrat"/>
            </a:endParaRPr>
          </a:p>
        </p:txBody>
      </p:sp>
      <p:pic>
        <p:nvPicPr>
          <p:cNvPr id="483" name="Google Shape;483;p79"/>
          <p:cNvPicPr preferRelativeResize="0"/>
          <p:nvPr/>
        </p:nvPicPr>
        <p:blipFill rotWithShape="1">
          <a:blip r:embed="rId3">
            <a:alphaModFix/>
          </a:blip>
          <a:srcRect/>
          <a:stretch/>
        </p:blipFill>
        <p:spPr>
          <a:xfrm>
            <a:off x="6052874" y="1801056"/>
            <a:ext cx="844525" cy="844500"/>
          </a:xfrm>
          <a:prstGeom prst="rect">
            <a:avLst/>
          </a:prstGeom>
          <a:noFill/>
          <a:ln>
            <a:noFill/>
          </a:ln>
        </p:spPr>
      </p:pic>
      <p:pic>
        <p:nvPicPr>
          <p:cNvPr id="484" name="Google Shape;484;p79"/>
          <p:cNvPicPr preferRelativeResize="0"/>
          <p:nvPr/>
        </p:nvPicPr>
        <p:blipFill rotWithShape="1">
          <a:blip r:embed="rId4">
            <a:alphaModFix/>
          </a:blip>
          <a:srcRect/>
          <a:stretch/>
        </p:blipFill>
        <p:spPr>
          <a:xfrm>
            <a:off x="2143831" y="1692493"/>
            <a:ext cx="922175" cy="9221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0"/>
          <p:cNvSpPr txBox="1">
            <a:spLocks noGrp="1"/>
          </p:cNvSpPr>
          <p:nvPr>
            <p:ph type="title"/>
          </p:nvPr>
        </p:nvSpPr>
        <p:spPr>
          <a:xfrm>
            <a:off x="713375" y="2227050"/>
            <a:ext cx="44625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a:t>Data</a:t>
            </a:r>
            <a:endParaRPr/>
          </a:p>
        </p:txBody>
      </p:sp>
      <p:sp>
        <p:nvSpPr>
          <p:cNvPr id="490" name="Google Shape;490;p80"/>
          <p:cNvSpPr txBox="1">
            <a:spLocks noGrp="1"/>
          </p:cNvSpPr>
          <p:nvPr>
            <p:ph type="subTitle" idx="1"/>
          </p:nvPr>
        </p:nvSpPr>
        <p:spPr>
          <a:xfrm>
            <a:off x="713225" y="3045375"/>
            <a:ext cx="4462500" cy="67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Scope, Challenges</a:t>
            </a:r>
            <a:endParaRPr>
              <a:solidFill>
                <a:schemeClr val="dk1"/>
              </a:solidFill>
            </a:endParaRPr>
          </a:p>
        </p:txBody>
      </p:sp>
      <p:sp>
        <p:nvSpPr>
          <p:cNvPr id="491" name="Google Shape;491;p80"/>
          <p:cNvSpPr txBox="1">
            <a:spLocks noGrp="1"/>
          </p:cNvSpPr>
          <p:nvPr>
            <p:ph type="title" idx="2"/>
          </p:nvPr>
        </p:nvSpPr>
        <p:spPr>
          <a:xfrm>
            <a:off x="713300" y="1262325"/>
            <a:ext cx="4462500" cy="114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7200"/>
              <a:buNone/>
            </a:pPr>
            <a:r>
              <a:rPr lang="en"/>
              <a:t>02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cxnSp>
        <p:nvCxnSpPr>
          <p:cNvPr id="496" name="Google Shape;496;p81"/>
          <p:cNvCxnSpPr>
            <a:stCxn id="497" idx="2"/>
            <a:endCxn id="498" idx="0"/>
          </p:cNvCxnSpPr>
          <p:nvPr/>
        </p:nvCxnSpPr>
        <p:spPr>
          <a:xfrm rot="-5400000" flipH="1">
            <a:off x="4655250" y="1249500"/>
            <a:ext cx="894900" cy="1481100"/>
          </a:xfrm>
          <a:prstGeom prst="bentConnector3">
            <a:avLst>
              <a:gd name="adj1" fmla="val 50000"/>
            </a:avLst>
          </a:prstGeom>
          <a:noFill/>
          <a:ln w="19050" cap="flat" cmpd="sng">
            <a:solidFill>
              <a:srgbClr val="4A8CFF"/>
            </a:solidFill>
            <a:prstDash val="solid"/>
            <a:miter lim="8000"/>
            <a:headEnd type="none" w="sm" len="sm"/>
            <a:tailEnd type="none" w="sm" len="sm"/>
          </a:ln>
        </p:spPr>
      </p:cxnSp>
      <p:cxnSp>
        <p:nvCxnSpPr>
          <p:cNvPr id="499" name="Google Shape;499;p81"/>
          <p:cNvCxnSpPr>
            <a:stCxn id="500" idx="0"/>
            <a:endCxn id="497" idx="2"/>
          </p:cNvCxnSpPr>
          <p:nvPr/>
        </p:nvCxnSpPr>
        <p:spPr>
          <a:xfrm rot="-5400000">
            <a:off x="2842663" y="918147"/>
            <a:ext cx="894900" cy="2143800"/>
          </a:xfrm>
          <a:prstGeom prst="bentConnector3">
            <a:avLst>
              <a:gd name="adj1" fmla="val 50000"/>
            </a:avLst>
          </a:prstGeom>
          <a:noFill/>
          <a:ln w="19050" cap="flat" cmpd="sng">
            <a:solidFill>
              <a:srgbClr val="4A8CFF"/>
            </a:solidFill>
            <a:prstDash val="solid"/>
            <a:miter lim="8000"/>
            <a:headEnd type="none" w="sm" len="sm"/>
            <a:tailEnd type="none" w="sm" len="sm"/>
          </a:ln>
        </p:spPr>
      </p:cxnSp>
      <p:cxnSp>
        <p:nvCxnSpPr>
          <p:cNvPr id="501" name="Google Shape;501;p81"/>
          <p:cNvCxnSpPr>
            <a:stCxn id="502" idx="0"/>
            <a:endCxn id="500" idx="2"/>
          </p:cNvCxnSpPr>
          <p:nvPr/>
        </p:nvCxnSpPr>
        <p:spPr>
          <a:xfrm rot="-5400000">
            <a:off x="1845800" y="3209051"/>
            <a:ext cx="746400" cy="600"/>
          </a:xfrm>
          <a:prstGeom prst="bentConnector3">
            <a:avLst>
              <a:gd name="adj1" fmla="val 49997"/>
            </a:avLst>
          </a:prstGeom>
          <a:noFill/>
          <a:ln w="19050" cap="flat" cmpd="sng">
            <a:solidFill>
              <a:srgbClr val="4A8CFF"/>
            </a:solidFill>
            <a:prstDash val="solid"/>
            <a:miter lim="8000"/>
            <a:headEnd type="none" w="sm" len="sm"/>
            <a:tailEnd type="none" w="sm" len="sm"/>
          </a:ln>
        </p:spPr>
      </p:cxnSp>
      <p:cxnSp>
        <p:nvCxnSpPr>
          <p:cNvPr id="503" name="Google Shape;503;p81"/>
          <p:cNvCxnSpPr>
            <a:stCxn id="498" idx="2"/>
            <a:endCxn id="504" idx="0"/>
          </p:cNvCxnSpPr>
          <p:nvPr/>
        </p:nvCxnSpPr>
        <p:spPr>
          <a:xfrm rot="-5400000" flipH="1">
            <a:off x="6293000" y="2386497"/>
            <a:ext cx="746400" cy="1645800"/>
          </a:xfrm>
          <a:prstGeom prst="bentConnector3">
            <a:avLst>
              <a:gd name="adj1" fmla="val 49997"/>
            </a:avLst>
          </a:prstGeom>
          <a:noFill/>
          <a:ln w="19050" cap="flat" cmpd="sng">
            <a:solidFill>
              <a:srgbClr val="4A8CFF"/>
            </a:solidFill>
            <a:prstDash val="solid"/>
            <a:miter lim="8000"/>
            <a:headEnd type="none" w="sm" len="sm"/>
            <a:tailEnd type="none" w="sm" len="sm"/>
          </a:ln>
        </p:spPr>
      </p:cxnSp>
      <p:cxnSp>
        <p:nvCxnSpPr>
          <p:cNvPr id="505" name="Google Shape;505;p81"/>
          <p:cNvCxnSpPr>
            <a:stCxn id="506" idx="0"/>
            <a:endCxn id="498" idx="2"/>
          </p:cNvCxnSpPr>
          <p:nvPr/>
        </p:nvCxnSpPr>
        <p:spPr>
          <a:xfrm rot="-5400000">
            <a:off x="4750125" y="2489488"/>
            <a:ext cx="746400" cy="1439700"/>
          </a:xfrm>
          <a:prstGeom prst="bentConnector3">
            <a:avLst>
              <a:gd name="adj1" fmla="val 49996"/>
            </a:avLst>
          </a:prstGeom>
          <a:noFill/>
          <a:ln w="19050" cap="flat" cmpd="sng">
            <a:solidFill>
              <a:srgbClr val="4A8CFF"/>
            </a:solidFill>
            <a:prstDash val="solid"/>
            <a:miter lim="8000"/>
            <a:headEnd type="none" w="sm" len="sm"/>
            <a:tailEnd type="none" w="sm" len="sm"/>
          </a:ln>
        </p:spPr>
      </p:cxnSp>
      <p:sp>
        <p:nvSpPr>
          <p:cNvPr id="497" name="Google Shape;497;p81"/>
          <p:cNvSpPr txBox="1"/>
          <p:nvPr/>
        </p:nvSpPr>
        <p:spPr>
          <a:xfrm>
            <a:off x="3633750" y="1038300"/>
            <a:ext cx="1456800" cy="504300"/>
          </a:xfrm>
          <a:prstGeom prst="rect">
            <a:avLst/>
          </a:prstGeom>
          <a:solidFill>
            <a:srgbClr val="003BA3"/>
          </a:solidFill>
          <a:ln w="19050" cap="flat" cmpd="sng">
            <a:solidFill>
              <a:srgbClr val="003BA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FFFFFF"/>
                </a:solidFill>
                <a:latin typeface="Montserrat"/>
                <a:ea typeface="Montserrat"/>
                <a:cs typeface="Montserrat"/>
                <a:sym typeface="Montserrat"/>
              </a:rPr>
              <a:t>Data</a:t>
            </a:r>
            <a:endParaRPr sz="1800" b="1" i="0" u="none" strike="noStrike" cap="none">
              <a:solidFill>
                <a:srgbClr val="FFFFFF"/>
              </a:solidFill>
              <a:latin typeface="Montserrat"/>
              <a:ea typeface="Montserrat"/>
              <a:cs typeface="Montserrat"/>
              <a:sym typeface="Montserrat"/>
            </a:endParaRPr>
          </a:p>
        </p:txBody>
      </p:sp>
      <p:sp>
        <p:nvSpPr>
          <p:cNvPr id="500" name="Google Shape;500;p81"/>
          <p:cNvSpPr txBox="1"/>
          <p:nvPr/>
        </p:nvSpPr>
        <p:spPr>
          <a:xfrm>
            <a:off x="1449163" y="2437497"/>
            <a:ext cx="1538100" cy="398700"/>
          </a:xfrm>
          <a:prstGeom prst="rect">
            <a:avLst/>
          </a:prstGeom>
          <a:solidFill>
            <a:srgbClr val="4A8CFF"/>
          </a:solid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Montserrat"/>
                <a:ea typeface="Montserrat"/>
                <a:cs typeface="Montserrat"/>
                <a:sym typeface="Montserrat"/>
              </a:rPr>
              <a:t>Prices</a:t>
            </a:r>
            <a:endParaRPr sz="1400" b="1" i="0" u="none" strike="noStrike" cap="none">
              <a:solidFill>
                <a:srgbClr val="FFFFFF"/>
              </a:solidFill>
              <a:latin typeface="Montserrat"/>
              <a:ea typeface="Montserrat"/>
              <a:cs typeface="Montserrat"/>
              <a:sym typeface="Montserrat"/>
            </a:endParaRPr>
          </a:p>
        </p:txBody>
      </p:sp>
      <p:sp>
        <p:nvSpPr>
          <p:cNvPr id="498" name="Google Shape;498;p81"/>
          <p:cNvSpPr txBox="1"/>
          <p:nvPr/>
        </p:nvSpPr>
        <p:spPr>
          <a:xfrm>
            <a:off x="5074250" y="2437497"/>
            <a:ext cx="1538100" cy="398700"/>
          </a:xfrm>
          <a:prstGeom prst="rect">
            <a:avLst/>
          </a:prstGeom>
          <a:solidFill>
            <a:srgbClr val="4A8CFF"/>
          </a:solid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Montserrat"/>
                <a:ea typeface="Montserrat"/>
                <a:cs typeface="Montserrat"/>
                <a:sym typeface="Montserrat"/>
              </a:rPr>
              <a:t>Data Sources</a:t>
            </a:r>
            <a:endParaRPr sz="1400" b="1" i="0" u="none" strike="noStrike" cap="none">
              <a:solidFill>
                <a:srgbClr val="FFFFFF"/>
              </a:solidFill>
              <a:latin typeface="Montserrat"/>
              <a:ea typeface="Montserrat"/>
              <a:cs typeface="Montserrat"/>
              <a:sym typeface="Montserrat"/>
            </a:endParaRPr>
          </a:p>
        </p:txBody>
      </p:sp>
      <p:sp>
        <p:nvSpPr>
          <p:cNvPr id="504" name="Google Shape;504;p81"/>
          <p:cNvSpPr txBox="1"/>
          <p:nvPr/>
        </p:nvSpPr>
        <p:spPr>
          <a:xfrm>
            <a:off x="6645850" y="3582550"/>
            <a:ext cx="1686600" cy="1017900"/>
          </a:xfrm>
          <a:prstGeom prst="rect">
            <a:avLst/>
          </a:prstGeom>
          <a:no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3BA3"/>
                </a:solidFill>
                <a:latin typeface="Montserrat"/>
                <a:ea typeface="Montserrat"/>
                <a:cs typeface="Montserrat"/>
                <a:sym typeface="Montserrat"/>
              </a:rPr>
              <a:t>Financial </a:t>
            </a:r>
            <a:endParaRPr sz="1400" b="1" i="0" u="none" strike="noStrike" cap="none">
              <a:solidFill>
                <a:srgbClr val="003BA3"/>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3BA3"/>
                </a:solidFill>
                <a:latin typeface="Montserrat"/>
                <a:ea typeface="Montserrat"/>
                <a:cs typeface="Montserrat"/>
                <a:sym typeface="Montserrat"/>
              </a:rPr>
              <a:t>Social Media Platform</a:t>
            </a:r>
            <a:endParaRPr sz="1400" b="1" i="0" u="none" strike="noStrike" cap="none">
              <a:solidFill>
                <a:srgbClr val="003BA3"/>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3BA3"/>
                </a:solidFill>
                <a:latin typeface="Montserrat"/>
                <a:ea typeface="Montserrat"/>
                <a:cs typeface="Montserrat"/>
                <a:sym typeface="Montserrat"/>
              </a:rPr>
              <a:t>(Stocktwits)</a:t>
            </a:r>
            <a:endParaRPr sz="1400" b="0" i="0" u="none" strike="noStrike" cap="none">
              <a:solidFill>
                <a:srgbClr val="003BA3"/>
              </a:solidFill>
              <a:latin typeface="Montserrat"/>
              <a:ea typeface="Montserrat"/>
              <a:cs typeface="Montserrat"/>
              <a:sym typeface="Montserrat"/>
            </a:endParaRPr>
          </a:p>
        </p:txBody>
      </p:sp>
      <p:sp>
        <p:nvSpPr>
          <p:cNvPr id="506" name="Google Shape;506;p81"/>
          <p:cNvSpPr txBox="1"/>
          <p:nvPr/>
        </p:nvSpPr>
        <p:spPr>
          <a:xfrm>
            <a:off x="3795075" y="3582538"/>
            <a:ext cx="1216800" cy="1017900"/>
          </a:xfrm>
          <a:prstGeom prst="rect">
            <a:avLst/>
          </a:prstGeom>
          <a:no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accent1"/>
                </a:solidFill>
                <a:latin typeface="Montserrat"/>
                <a:ea typeface="Montserrat"/>
                <a:cs typeface="Montserrat"/>
                <a:sym typeface="Montserrat"/>
              </a:rPr>
              <a:t>News</a:t>
            </a:r>
            <a:endParaRPr sz="1400" b="1" i="0" u="none" strike="noStrike" cap="none">
              <a:solidFill>
                <a:schemeClr val="accent1"/>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accent1"/>
                </a:solidFill>
                <a:latin typeface="Montserrat"/>
                <a:ea typeface="Montserrat"/>
                <a:cs typeface="Montserrat"/>
                <a:sym typeface="Montserrat"/>
              </a:rPr>
              <a:t>service</a:t>
            </a:r>
            <a:endParaRPr sz="1400" b="1" i="0" u="none" strike="noStrike" cap="none">
              <a:solidFill>
                <a:schemeClr val="accent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accent1"/>
                </a:solidFill>
                <a:latin typeface="Montserrat"/>
                <a:ea typeface="Montserrat"/>
                <a:cs typeface="Montserrat"/>
                <a:sym typeface="Montserrat"/>
              </a:rPr>
              <a:t>(Google News)</a:t>
            </a:r>
            <a:endParaRPr sz="1400" b="1" i="0" u="none" strike="noStrike" cap="none">
              <a:solidFill>
                <a:srgbClr val="003BA3"/>
              </a:solidFill>
              <a:latin typeface="Montserrat"/>
              <a:ea typeface="Montserrat"/>
              <a:cs typeface="Montserrat"/>
              <a:sym typeface="Montserrat"/>
            </a:endParaRPr>
          </a:p>
        </p:txBody>
      </p:sp>
      <p:sp>
        <p:nvSpPr>
          <p:cNvPr id="502" name="Google Shape;502;p81"/>
          <p:cNvSpPr txBox="1"/>
          <p:nvPr/>
        </p:nvSpPr>
        <p:spPr>
          <a:xfrm>
            <a:off x="1490300" y="3582551"/>
            <a:ext cx="1456800" cy="1017900"/>
          </a:xfrm>
          <a:prstGeom prst="rect">
            <a:avLst/>
          </a:prstGeom>
          <a:no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3BA3"/>
                </a:solidFill>
                <a:latin typeface="Montserrat"/>
                <a:ea typeface="Montserrat"/>
                <a:cs typeface="Montserrat"/>
                <a:sym typeface="Montserrat"/>
              </a:rPr>
              <a:t>Yahoo Finance</a:t>
            </a:r>
            <a:endParaRPr sz="1400" b="0" i="0" u="none" strike="noStrike" cap="none">
              <a:solidFill>
                <a:srgbClr val="003BA3"/>
              </a:solidFill>
              <a:latin typeface="Montserrat"/>
              <a:ea typeface="Montserrat"/>
              <a:cs typeface="Montserrat"/>
              <a:sym typeface="Montserrat"/>
            </a:endParaRPr>
          </a:p>
        </p:txBody>
      </p:sp>
      <p:sp>
        <p:nvSpPr>
          <p:cNvPr id="507" name="Google Shape;507;p81"/>
          <p:cNvSpPr txBox="1"/>
          <p:nvPr/>
        </p:nvSpPr>
        <p:spPr>
          <a:xfrm>
            <a:off x="5237625" y="3582538"/>
            <a:ext cx="1216800" cy="1017900"/>
          </a:xfrm>
          <a:prstGeom prst="rect">
            <a:avLst/>
          </a:prstGeom>
          <a:noFill/>
          <a:ln w="19050" cap="flat" cmpd="sng">
            <a:solidFill>
              <a:srgbClr val="4A8C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accent1"/>
                </a:solidFill>
                <a:latin typeface="Montserrat"/>
                <a:ea typeface="Montserrat"/>
                <a:cs typeface="Montserrat"/>
                <a:sym typeface="Montserrat"/>
              </a:rPr>
              <a:t>Social Media</a:t>
            </a:r>
            <a:endParaRPr sz="1400" b="1" i="0" u="none" strike="noStrike" cap="none">
              <a:solidFill>
                <a:schemeClr val="accent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accent1"/>
                </a:solidFill>
                <a:latin typeface="Montserrat"/>
                <a:ea typeface="Montserrat"/>
                <a:cs typeface="Montserrat"/>
                <a:sym typeface="Montserrat"/>
              </a:rPr>
              <a:t>(Twitter, Reddit)</a:t>
            </a:r>
            <a:endParaRPr sz="1400" b="1" i="0" u="none" strike="noStrike" cap="none">
              <a:solidFill>
                <a:srgbClr val="003BA3"/>
              </a:solidFill>
              <a:latin typeface="Montserrat"/>
              <a:ea typeface="Montserrat"/>
              <a:cs typeface="Montserrat"/>
              <a:sym typeface="Montserrat"/>
            </a:endParaRPr>
          </a:p>
        </p:txBody>
      </p:sp>
      <p:cxnSp>
        <p:nvCxnSpPr>
          <p:cNvPr id="508" name="Google Shape;508;p81"/>
          <p:cNvCxnSpPr>
            <a:stCxn id="498" idx="2"/>
            <a:endCxn id="507" idx="0"/>
          </p:cNvCxnSpPr>
          <p:nvPr/>
        </p:nvCxnSpPr>
        <p:spPr>
          <a:xfrm>
            <a:off x="5843300" y="2836197"/>
            <a:ext cx="2700" cy="746400"/>
          </a:xfrm>
          <a:prstGeom prst="straightConnector1">
            <a:avLst/>
          </a:prstGeom>
          <a:noFill/>
          <a:ln w="19050" cap="flat" cmpd="sng">
            <a:solidFill>
              <a:srgbClr val="4A8CFF"/>
            </a:solidFill>
            <a:prstDash val="solid"/>
            <a:round/>
            <a:headEnd type="none" w="sm" len="sm"/>
            <a:tailEnd type="none" w="sm" len="sm"/>
          </a:ln>
        </p:spPr>
      </p:cxnSp>
      <p:sp>
        <p:nvSpPr>
          <p:cNvPr id="509" name="Google Shape;509;p81"/>
          <p:cNvSpPr txBox="1"/>
          <p:nvPr/>
        </p:nvSpPr>
        <p:spPr>
          <a:xfrm>
            <a:off x="717900" y="284750"/>
            <a:ext cx="7708200" cy="58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b="1" i="0" u="none" strike="noStrike" cap="none">
                <a:solidFill>
                  <a:srgbClr val="003BA3"/>
                </a:solidFill>
                <a:latin typeface="Montserrat"/>
                <a:ea typeface="Montserrat"/>
                <a:cs typeface="Montserrat"/>
                <a:sym typeface="Montserrat"/>
              </a:rPr>
              <a:t>Data collection</a:t>
            </a:r>
            <a:endParaRPr sz="2800" b="1" i="0" u="none" strike="noStrike" cap="none">
              <a:solidFill>
                <a:srgbClr val="003BA3"/>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82"/>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Getting our data</a:t>
            </a:r>
            <a:endParaRPr/>
          </a:p>
        </p:txBody>
      </p:sp>
      <p:sp>
        <p:nvSpPr>
          <p:cNvPr id="515" name="Google Shape;515;p82"/>
          <p:cNvSpPr/>
          <p:nvPr/>
        </p:nvSpPr>
        <p:spPr>
          <a:xfrm>
            <a:off x="2624950" y="26426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
        <p:nvSpPr>
          <p:cNvPr id="516" name="Google Shape;516;p82"/>
          <p:cNvSpPr/>
          <p:nvPr/>
        </p:nvSpPr>
        <p:spPr>
          <a:xfrm>
            <a:off x="2822500" y="2145888"/>
            <a:ext cx="1515300" cy="345000"/>
          </a:xfrm>
          <a:prstGeom prst="roundRect">
            <a:avLst>
              <a:gd name="adj" fmla="val 16667"/>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FFFF"/>
                </a:solidFill>
                <a:latin typeface="Montserrat Medium"/>
                <a:ea typeface="Montserrat Medium"/>
                <a:cs typeface="Montserrat Medium"/>
                <a:sym typeface="Montserrat Medium"/>
              </a:rPr>
              <a:t>Twitter</a:t>
            </a:r>
            <a:endParaRPr sz="1500" b="0" i="0" u="none" strike="noStrike" cap="none">
              <a:solidFill>
                <a:srgbClr val="FFFFFF"/>
              </a:solidFill>
              <a:latin typeface="Montserrat Medium"/>
              <a:ea typeface="Montserrat Medium"/>
              <a:cs typeface="Montserrat Medium"/>
              <a:sym typeface="Montserrat Medium"/>
            </a:endParaRPr>
          </a:p>
        </p:txBody>
      </p:sp>
      <p:sp>
        <p:nvSpPr>
          <p:cNvPr id="517" name="Google Shape;517;p82"/>
          <p:cNvSpPr/>
          <p:nvPr/>
        </p:nvSpPr>
        <p:spPr>
          <a:xfrm>
            <a:off x="4758950" y="24902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
        <p:nvSpPr>
          <p:cNvPr id="518" name="Google Shape;518;p82"/>
          <p:cNvSpPr/>
          <p:nvPr/>
        </p:nvSpPr>
        <p:spPr>
          <a:xfrm>
            <a:off x="4956500" y="2145888"/>
            <a:ext cx="1515300" cy="345000"/>
          </a:xfrm>
          <a:prstGeom prst="roundRect">
            <a:avLst>
              <a:gd name="adj" fmla="val 16667"/>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FFFF"/>
                </a:solidFill>
                <a:latin typeface="Montserrat Medium"/>
                <a:ea typeface="Montserrat Medium"/>
                <a:cs typeface="Montserrat Medium"/>
                <a:sym typeface="Montserrat Medium"/>
              </a:rPr>
              <a:t>Reddit</a:t>
            </a:r>
            <a:endParaRPr sz="1500" b="0" i="0" u="none" strike="noStrike" cap="none">
              <a:solidFill>
                <a:srgbClr val="FFFFFF"/>
              </a:solidFill>
              <a:latin typeface="Montserrat Medium"/>
              <a:ea typeface="Montserrat Medium"/>
              <a:cs typeface="Montserrat Medium"/>
              <a:sym typeface="Montserrat Medium"/>
            </a:endParaRPr>
          </a:p>
        </p:txBody>
      </p:sp>
      <p:cxnSp>
        <p:nvCxnSpPr>
          <p:cNvPr id="519" name="Google Shape;519;p82"/>
          <p:cNvCxnSpPr/>
          <p:nvPr/>
        </p:nvCxnSpPr>
        <p:spPr>
          <a:xfrm>
            <a:off x="2875300" y="3387788"/>
            <a:ext cx="1409700" cy="0"/>
          </a:xfrm>
          <a:prstGeom prst="straightConnector1">
            <a:avLst/>
          </a:prstGeom>
          <a:noFill/>
          <a:ln w="9525" cap="flat" cmpd="sng">
            <a:solidFill>
              <a:srgbClr val="595959"/>
            </a:solidFill>
            <a:prstDash val="solid"/>
            <a:round/>
            <a:headEnd type="none" w="sm" len="sm"/>
            <a:tailEnd type="none" w="sm" len="sm"/>
          </a:ln>
        </p:spPr>
      </p:cxnSp>
      <p:cxnSp>
        <p:nvCxnSpPr>
          <p:cNvPr id="520" name="Google Shape;520;p82"/>
          <p:cNvCxnSpPr/>
          <p:nvPr/>
        </p:nvCxnSpPr>
        <p:spPr>
          <a:xfrm>
            <a:off x="5009300" y="3387788"/>
            <a:ext cx="1409700" cy="0"/>
          </a:xfrm>
          <a:prstGeom prst="straightConnector1">
            <a:avLst/>
          </a:prstGeom>
          <a:noFill/>
          <a:ln w="9525" cap="flat" cmpd="sng">
            <a:solidFill>
              <a:srgbClr val="595959"/>
            </a:solidFill>
            <a:prstDash val="solid"/>
            <a:round/>
            <a:headEnd type="none" w="sm" len="sm"/>
            <a:tailEnd type="none" w="sm" len="sm"/>
          </a:ln>
        </p:spPr>
      </p:cxnSp>
      <p:sp>
        <p:nvSpPr>
          <p:cNvPr id="521" name="Google Shape;521;p82"/>
          <p:cNvSpPr txBox="1"/>
          <p:nvPr/>
        </p:nvSpPr>
        <p:spPr>
          <a:xfrm>
            <a:off x="2875300" y="3409038"/>
            <a:ext cx="1409700" cy="523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Montserrat"/>
                <a:ea typeface="Montserrat"/>
                <a:cs typeface="Montserrat"/>
                <a:sym typeface="Montserrat"/>
              </a:rPr>
              <a:t>13,923</a:t>
            </a:r>
            <a:endParaRPr sz="2200" b="1" i="0" u="none" strike="noStrike" cap="none">
              <a:solidFill>
                <a:srgbClr val="000000"/>
              </a:solidFill>
              <a:latin typeface="Montserrat"/>
              <a:ea typeface="Montserrat"/>
              <a:cs typeface="Montserrat"/>
              <a:sym typeface="Montserrat"/>
            </a:endParaRPr>
          </a:p>
        </p:txBody>
      </p:sp>
      <p:sp>
        <p:nvSpPr>
          <p:cNvPr id="522" name="Google Shape;522;p82"/>
          <p:cNvSpPr txBox="1"/>
          <p:nvPr/>
        </p:nvSpPr>
        <p:spPr>
          <a:xfrm>
            <a:off x="5009300" y="3409038"/>
            <a:ext cx="1409700" cy="523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Montserrat"/>
                <a:ea typeface="Montserrat"/>
                <a:cs typeface="Montserrat"/>
                <a:sym typeface="Montserrat"/>
              </a:rPr>
              <a:t>203,950</a:t>
            </a:r>
            <a:endParaRPr sz="2200" b="1" i="0" u="none" strike="noStrike" cap="none">
              <a:solidFill>
                <a:srgbClr val="000000"/>
              </a:solidFill>
              <a:latin typeface="Montserrat"/>
              <a:ea typeface="Montserrat"/>
              <a:cs typeface="Montserrat"/>
              <a:sym typeface="Montserrat"/>
            </a:endParaRPr>
          </a:p>
        </p:txBody>
      </p:sp>
      <p:sp>
        <p:nvSpPr>
          <p:cNvPr id="523" name="Google Shape;523;p82"/>
          <p:cNvSpPr txBox="1"/>
          <p:nvPr/>
        </p:nvSpPr>
        <p:spPr>
          <a:xfrm>
            <a:off x="2875300" y="28255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Twint</a:t>
            </a:r>
            <a:endParaRPr sz="1600" b="1" i="0" u="none" strike="noStrike" cap="none">
              <a:solidFill>
                <a:srgbClr val="000000"/>
              </a:solidFill>
              <a:latin typeface="Montserrat"/>
              <a:ea typeface="Montserrat"/>
              <a:cs typeface="Montserrat"/>
              <a:sym typeface="Montserrat"/>
            </a:endParaRPr>
          </a:p>
        </p:txBody>
      </p:sp>
      <p:sp>
        <p:nvSpPr>
          <p:cNvPr id="524" name="Google Shape;524;p82"/>
          <p:cNvSpPr txBox="1"/>
          <p:nvPr/>
        </p:nvSpPr>
        <p:spPr>
          <a:xfrm>
            <a:off x="4950213" y="2800000"/>
            <a:ext cx="1593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PushshiftAPI</a:t>
            </a:r>
            <a:endParaRPr sz="1600" b="1" i="0" u="none" strike="noStrike" cap="none">
              <a:solidFill>
                <a:srgbClr val="000000"/>
              </a:solidFill>
              <a:latin typeface="Montserrat"/>
              <a:ea typeface="Montserrat"/>
              <a:cs typeface="Montserrat"/>
              <a:sym typeface="Montserrat"/>
            </a:endParaRPr>
          </a:p>
        </p:txBody>
      </p:sp>
      <p:sp>
        <p:nvSpPr>
          <p:cNvPr id="525" name="Google Shape;525;p82"/>
          <p:cNvSpPr/>
          <p:nvPr/>
        </p:nvSpPr>
        <p:spPr>
          <a:xfrm>
            <a:off x="6806575" y="24902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
        <p:nvSpPr>
          <p:cNvPr id="526" name="Google Shape;526;p82"/>
          <p:cNvSpPr/>
          <p:nvPr/>
        </p:nvSpPr>
        <p:spPr>
          <a:xfrm>
            <a:off x="7004125" y="2145888"/>
            <a:ext cx="1515300" cy="345000"/>
          </a:xfrm>
          <a:prstGeom prst="roundRect">
            <a:avLst>
              <a:gd name="adj" fmla="val 16667"/>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FFFF"/>
                </a:solidFill>
                <a:latin typeface="Montserrat Medium"/>
                <a:ea typeface="Montserrat Medium"/>
                <a:cs typeface="Montserrat Medium"/>
                <a:sym typeface="Montserrat Medium"/>
              </a:rPr>
              <a:t>News</a:t>
            </a:r>
            <a:endParaRPr sz="1500" b="0" i="0" u="none" strike="noStrike" cap="none">
              <a:solidFill>
                <a:srgbClr val="FFFFFF"/>
              </a:solidFill>
              <a:latin typeface="Montserrat Medium"/>
              <a:ea typeface="Montserrat Medium"/>
              <a:cs typeface="Montserrat Medium"/>
              <a:sym typeface="Montserrat Medium"/>
            </a:endParaRPr>
          </a:p>
        </p:txBody>
      </p:sp>
      <p:cxnSp>
        <p:nvCxnSpPr>
          <p:cNvPr id="527" name="Google Shape;527;p82"/>
          <p:cNvCxnSpPr/>
          <p:nvPr/>
        </p:nvCxnSpPr>
        <p:spPr>
          <a:xfrm>
            <a:off x="7056925" y="3387788"/>
            <a:ext cx="1409700" cy="0"/>
          </a:xfrm>
          <a:prstGeom prst="straightConnector1">
            <a:avLst/>
          </a:prstGeom>
          <a:noFill/>
          <a:ln w="9525" cap="flat" cmpd="sng">
            <a:solidFill>
              <a:srgbClr val="595959"/>
            </a:solidFill>
            <a:prstDash val="solid"/>
            <a:round/>
            <a:headEnd type="none" w="sm" len="sm"/>
            <a:tailEnd type="none" w="sm" len="sm"/>
          </a:ln>
        </p:spPr>
      </p:cxnSp>
      <p:sp>
        <p:nvSpPr>
          <p:cNvPr id="528" name="Google Shape;528;p82"/>
          <p:cNvSpPr txBox="1"/>
          <p:nvPr/>
        </p:nvSpPr>
        <p:spPr>
          <a:xfrm>
            <a:off x="7056925" y="3409038"/>
            <a:ext cx="1409700" cy="523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Montserrat"/>
                <a:ea typeface="Montserrat"/>
                <a:cs typeface="Montserrat"/>
                <a:sym typeface="Montserrat"/>
              </a:rPr>
              <a:t>128,817</a:t>
            </a:r>
            <a:endParaRPr sz="1200" b="0" i="0" u="none" strike="noStrike" cap="none">
              <a:solidFill>
                <a:srgbClr val="000000"/>
              </a:solidFill>
              <a:latin typeface="Montserrat"/>
              <a:ea typeface="Montserrat"/>
              <a:cs typeface="Montserrat"/>
              <a:sym typeface="Montserrat"/>
            </a:endParaRPr>
          </a:p>
        </p:txBody>
      </p:sp>
      <p:sp>
        <p:nvSpPr>
          <p:cNvPr id="529" name="Google Shape;529;p82"/>
          <p:cNvSpPr txBox="1"/>
          <p:nvPr/>
        </p:nvSpPr>
        <p:spPr>
          <a:xfrm>
            <a:off x="6859375" y="2689450"/>
            <a:ext cx="17916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GoogleNews</a:t>
            </a:r>
            <a:endParaRPr sz="1600" b="1" i="0" u="none" strike="noStrike" cap="none">
              <a:solidFill>
                <a:srgbClr val="00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Newspaper3k</a:t>
            </a:r>
            <a:endParaRPr sz="1600" b="1" i="0" u="none" strike="noStrike" cap="none">
              <a:solidFill>
                <a:srgbClr val="000000"/>
              </a:solidFill>
              <a:latin typeface="Montserrat"/>
              <a:ea typeface="Montserrat"/>
              <a:cs typeface="Montserrat"/>
              <a:sym typeface="Montserrat"/>
            </a:endParaRPr>
          </a:p>
        </p:txBody>
      </p:sp>
      <p:pic>
        <p:nvPicPr>
          <p:cNvPr id="530" name="Google Shape;530;p82"/>
          <p:cNvPicPr preferRelativeResize="0"/>
          <p:nvPr/>
        </p:nvPicPr>
        <p:blipFill rotWithShape="1">
          <a:blip r:embed="rId3">
            <a:alphaModFix/>
          </a:blip>
          <a:srcRect/>
          <a:stretch/>
        </p:blipFill>
        <p:spPr>
          <a:xfrm>
            <a:off x="7370649" y="1241273"/>
            <a:ext cx="782250" cy="782277"/>
          </a:xfrm>
          <a:prstGeom prst="rect">
            <a:avLst/>
          </a:prstGeom>
          <a:noFill/>
          <a:ln>
            <a:noFill/>
          </a:ln>
        </p:spPr>
      </p:pic>
      <p:sp>
        <p:nvSpPr>
          <p:cNvPr id="531" name="Google Shape;531;p82"/>
          <p:cNvSpPr txBox="1"/>
          <p:nvPr/>
        </p:nvSpPr>
        <p:spPr>
          <a:xfrm>
            <a:off x="4895512" y="4203350"/>
            <a:ext cx="19104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Montserrat"/>
              <a:ea typeface="Montserrat"/>
              <a:cs typeface="Montserrat"/>
              <a:sym typeface="Montserrat"/>
            </a:endParaRPr>
          </a:p>
        </p:txBody>
      </p:sp>
      <p:sp>
        <p:nvSpPr>
          <p:cNvPr id="532" name="Google Shape;532;p82"/>
          <p:cNvSpPr txBox="1"/>
          <p:nvPr/>
        </p:nvSpPr>
        <p:spPr>
          <a:xfrm>
            <a:off x="2743900" y="3954975"/>
            <a:ext cx="1593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Montserrat"/>
                <a:ea typeface="Montserrat"/>
                <a:cs typeface="Montserrat"/>
                <a:sym typeface="Montserrat"/>
              </a:rPr>
              <a:t>word length &gt;  5 likes &gt; 200 followers &gt; 50 retweets &gt;  5</a:t>
            </a:r>
            <a:endParaRPr sz="1200" b="0" i="0" u="none" strike="noStrike" cap="none">
              <a:solidFill>
                <a:srgbClr val="000000"/>
              </a:solidFill>
              <a:latin typeface="Montserrat"/>
              <a:ea typeface="Montserrat"/>
              <a:cs typeface="Montserrat"/>
              <a:sym typeface="Montserrat"/>
            </a:endParaRPr>
          </a:p>
        </p:txBody>
      </p:sp>
      <p:sp>
        <p:nvSpPr>
          <p:cNvPr id="533" name="Google Shape;533;p82"/>
          <p:cNvSpPr txBox="1"/>
          <p:nvPr/>
        </p:nvSpPr>
        <p:spPr>
          <a:xfrm>
            <a:off x="6859379" y="4136800"/>
            <a:ext cx="19104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Montserrat"/>
                <a:ea typeface="Montserrat"/>
                <a:cs typeface="Montserrat"/>
                <a:sym typeface="Montserrat"/>
              </a:rPr>
              <a:t>   Removes duplicates</a:t>
            </a:r>
            <a:endParaRPr sz="1200" b="0" i="0" u="none" strike="noStrike" cap="none">
              <a:solidFill>
                <a:srgbClr val="000000"/>
              </a:solidFill>
              <a:latin typeface="Montserrat"/>
              <a:ea typeface="Montserrat"/>
              <a:cs typeface="Montserrat"/>
              <a:sym typeface="Montserrat"/>
            </a:endParaRPr>
          </a:p>
        </p:txBody>
      </p:sp>
      <p:pic>
        <p:nvPicPr>
          <p:cNvPr id="534" name="Google Shape;534;p82"/>
          <p:cNvPicPr preferRelativeResize="0"/>
          <p:nvPr/>
        </p:nvPicPr>
        <p:blipFill rotWithShape="1">
          <a:blip r:embed="rId4">
            <a:alphaModFix/>
          </a:blip>
          <a:srcRect/>
          <a:stretch/>
        </p:blipFill>
        <p:spPr>
          <a:xfrm>
            <a:off x="5421712" y="1323464"/>
            <a:ext cx="617900" cy="617900"/>
          </a:xfrm>
          <a:prstGeom prst="rect">
            <a:avLst/>
          </a:prstGeom>
          <a:noFill/>
          <a:ln>
            <a:noFill/>
          </a:ln>
        </p:spPr>
      </p:pic>
      <p:pic>
        <p:nvPicPr>
          <p:cNvPr id="535" name="Google Shape;535;p82"/>
          <p:cNvPicPr preferRelativeResize="0"/>
          <p:nvPr/>
        </p:nvPicPr>
        <p:blipFill rotWithShape="1">
          <a:blip r:embed="rId5">
            <a:alphaModFix/>
          </a:blip>
          <a:srcRect/>
          <a:stretch/>
        </p:blipFill>
        <p:spPr>
          <a:xfrm>
            <a:off x="3288100" y="1323475"/>
            <a:ext cx="617900" cy="617900"/>
          </a:xfrm>
          <a:prstGeom prst="rect">
            <a:avLst/>
          </a:prstGeom>
          <a:noFill/>
          <a:ln>
            <a:noFill/>
          </a:ln>
        </p:spPr>
      </p:pic>
      <p:sp>
        <p:nvSpPr>
          <p:cNvPr id="536" name="Google Shape;536;p82"/>
          <p:cNvSpPr/>
          <p:nvPr/>
        </p:nvSpPr>
        <p:spPr>
          <a:xfrm>
            <a:off x="491350" y="26426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rgbClr val="000000"/>
              </a:solidFill>
              <a:latin typeface="Arial"/>
              <a:ea typeface="Arial"/>
              <a:cs typeface="Arial"/>
              <a:sym typeface="Arial"/>
            </a:endParaRPr>
          </a:p>
        </p:txBody>
      </p:sp>
      <p:sp>
        <p:nvSpPr>
          <p:cNvPr id="537" name="Google Shape;537;p82"/>
          <p:cNvSpPr/>
          <p:nvPr/>
        </p:nvSpPr>
        <p:spPr>
          <a:xfrm>
            <a:off x="688900" y="2145888"/>
            <a:ext cx="1515300" cy="345000"/>
          </a:xfrm>
          <a:prstGeom prst="roundRect">
            <a:avLst>
              <a:gd name="adj" fmla="val 16667"/>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FFFF"/>
                </a:solidFill>
                <a:latin typeface="Montserrat Medium"/>
                <a:ea typeface="Montserrat Medium"/>
                <a:cs typeface="Montserrat Medium"/>
                <a:sym typeface="Montserrat Medium"/>
              </a:rPr>
              <a:t>Stocktwits</a:t>
            </a:r>
            <a:endParaRPr sz="1500" b="0" i="0" u="none" strike="noStrike" cap="none">
              <a:solidFill>
                <a:srgbClr val="FFFFFF"/>
              </a:solidFill>
              <a:latin typeface="Montserrat Medium"/>
              <a:ea typeface="Montserrat Medium"/>
              <a:cs typeface="Montserrat Medium"/>
              <a:sym typeface="Montserrat Medium"/>
            </a:endParaRPr>
          </a:p>
        </p:txBody>
      </p:sp>
      <p:cxnSp>
        <p:nvCxnSpPr>
          <p:cNvPr id="538" name="Google Shape;538;p82"/>
          <p:cNvCxnSpPr/>
          <p:nvPr/>
        </p:nvCxnSpPr>
        <p:spPr>
          <a:xfrm>
            <a:off x="741700" y="3387788"/>
            <a:ext cx="1409700" cy="0"/>
          </a:xfrm>
          <a:prstGeom prst="straightConnector1">
            <a:avLst/>
          </a:prstGeom>
          <a:noFill/>
          <a:ln w="9525" cap="flat" cmpd="sng">
            <a:solidFill>
              <a:srgbClr val="595959"/>
            </a:solidFill>
            <a:prstDash val="solid"/>
            <a:round/>
            <a:headEnd type="none" w="sm" len="sm"/>
            <a:tailEnd type="none" w="sm" len="sm"/>
          </a:ln>
        </p:spPr>
      </p:cxnSp>
      <p:sp>
        <p:nvSpPr>
          <p:cNvPr id="539" name="Google Shape;539;p82"/>
          <p:cNvSpPr txBox="1"/>
          <p:nvPr/>
        </p:nvSpPr>
        <p:spPr>
          <a:xfrm>
            <a:off x="491350" y="3409050"/>
            <a:ext cx="1910400" cy="523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Montserrat"/>
                <a:ea typeface="Montserrat"/>
                <a:cs typeface="Montserrat"/>
                <a:sym typeface="Montserrat"/>
              </a:rPr>
              <a:t>395,972</a:t>
            </a:r>
            <a:endParaRPr sz="2200" b="1" i="0" u="none" strike="noStrike" cap="none">
              <a:solidFill>
                <a:srgbClr val="000000"/>
              </a:solidFill>
              <a:latin typeface="Montserrat"/>
              <a:ea typeface="Montserrat"/>
              <a:cs typeface="Montserrat"/>
              <a:sym typeface="Montserrat"/>
            </a:endParaRPr>
          </a:p>
        </p:txBody>
      </p:sp>
      <p:sp>
        <p:nvSpPr>
          <p:cNvPr id="540" name="Google Shape;540;p82"/>
          <p:cNvSpPr txBox="1"/>
          <p:nvPr/>
        </p:nvSpPr>
        <p:spPr>
          <a:xfrm>
            <a:off x="491350" y="2825550"/>
            <a:ext cx="19104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BeautifulSoup4</a:t>
            </a:r>
            <a:endParaRPr sz="1600" b="1" i="0" u="none" strike="noStrike" cap="none">
              <a:solidFill>
                <a:srgbClr val="000000"/>
              </a:solidFill>
              <a:latin typeface="Montserrat"/>
              <a:ea typeface="Montserrat"/>
              <a:cs typeface="Montserrat"/>
              <a:sym typeface="Montserrat"/>
            </a:endParaRPr>
          </a:p>
        </p:txBody>
      </p:sp>
      <p:pic>
        <p:nvPicPr>
          <p:cNvPr id="541" name="Google Shape;541;p82"/>
          <p:cNvPicPr preferRelativeResize="0"/>
          <p:nvPr/>
        </p:nvPicPr>
        <p:blipFill rotWithShape="1">
          <a:blip r:embed="rId6">
            <a:alphaModFix/>
          </a:blip>
          <a:srcRect/>
          <a:stretch/>
        </p:blipFill>
        <p:spPr>
          <a:xfrm>
            <a:off x="1108000" y="1279835"/>
            <a:ext cx="677100" cy="677100"/>
          </a:xfrm>
          <a:prstGeom prst="rect">
            <a:avLst/>
          </a:prstGeom>
          <a:noFill/>
          <a:ln>
            <a:noFill/>
          </a:ln>
        </p:spPr>
      </p:pic>
      <p:sp>
        <p:nvSpPr>
          <p:cNvPr id="542" name="Google Shape;542;p82"/>
          <p:cNvSpPr txBox="1"/>
          <p:nvPr/>
        </p:nvSpPr>
        <p:spPr>
          <a:xfrm>
            <a:off x="4933700" y="4105900"/>
            <a:ext cx="15939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Montserrat"/>
                <a:ea typeface="Montserrat"/>
                <a:cs typeface="Montserrat"/>
                <a:sym typeface="Montserrat"/>
              </a:rPr>
              <a:t>word length &gt;  5 likes &gt; 200</a:t>
            </a:r>
            <a:endParaRPr sz="1200" b="0" i="0" u="none" strike="noStrike" cap="none">
              <a:solidFill>
                <a:srgbClr val="000000"/>
              </a:solidFill>
              <a:latin typeface="Montserrat"/>
              <a:ea typeface="Montserrat"/>
              <a:cs typeface="Montserrat"/>
              <a:sym typeface="Montserrat"/>
            </a:endParaRPr>
          </a:p>
        </p:txBody>
      </p:sp>
      <p:sp>
        <p:nvSpPr>
          <p:cNvPr id="543" name="Google Shape;543;p82"/>
          <p:cNvSpPr txBox="1"/>
          <p:nvPr/>
        </p:nvSpPr>
        <p:spPr>
          <a:xfrm>
            <a:off x="747100" y="3953500"/>
            <a:ext cx="15939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Montserrat"/>
                <a:ea typeface="Montserrat"/>
                <a:cs typeface="Montserrat"/>
                <a:sym typeface="Montserrat"/>
              </a:rPr>
              <a:t>word length &gt;  5 likes &gt; 200 followers &gt; 50 reshare &gt;  5</a:t>
            </a:r>
            <a:endParaRPr sz="12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83"/>
          <p:cNvSpPr/>
          <p:nvPr/>
        </p:nvSpPr>
        <p:spPr>
          <a:xfrm>
            <a:off x="-8512" y="13771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49" name="Google Shape;549;p83"/>
          <p:cNvCxnSpPr/>
          <p:nvPr/>
        </p:nvCxnSpPr>
        <p:spPr>
          <a:xfrm>
            <a:off x="241838" y="2198488"/>
            <a:ext cx="1409700" cy="0"/>
          </a:xfrm>
          <a:prstGeom prst="straightConnector1">
            <a:avLst/>
          </a:prstGeom>
          <a:noFill/>
          <a:ln w="9525" cap="flat" cmpd="sng">
            <a:solidFill>
              <a:srgbClr val="595959"/>
            </a:solidFill>
            <a:prstDash val="solid"/>
            <a:round/>
            <a:headEnd type="none" w="sm" len="sm"/>
            <a:tailEnd type="none" w="sm" len="sm"/>
          </a:ln>
        </p:spPr>
      </p:cxnSp>
      <p:sp>
        <p:nvSpPr>
          <p:cNvPr id="550" name="Google Shape;550;p83"/>
          <p:cNvSpPr txBox="1"/>
          <p:nvPr/>
        </p:nvSpPr>
        <p:spPr>
          <a:xfrm>
            <a:off x="241838" y="22197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‘AAPL’</a:t>
            </a:r>
            <a:endParaRPr sz="1600" b="0" i="0" u="none" strike="noStrike" cap="none">
              <a:solidFill>
                <a:srgbClr val="000000"/>
              </a:solidFill>
              <a:latin typeface="Montserrat"/>
              <a:ea typeface="Montserrat"/>
              <a:cs typeface="Montserrat"/>
              <a:sym typeface="Montserrat"/>
            </a:endParaRPr>
          </a:p>
        </p:txBody>
      </p:sp>
      <p:sp>
        <p:nvSpPr>
          <p:cNvPr id="551" name="Google Shape;551;p83"/>
          <p:cNvSpPr txBox="1"/>
          <p:nvPr/>
        </p:nvSpPr>
        <p:spPr>
          <a:xfrm>
            <a:off x="241838" y="15600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Apple</a:t>
            </a:r>
            <a:endParaRPr sz="1600" b="1" i="0" u="none" strike="noStrike" cap="none">
              <a:solidFill>
                <a:srgbClr val="000000"/>
              </a:solidFill>
              <a:latin typeface="Montserrat"/>
              <a:ea typeface="Montserrat"/>
              <a:cs typeface="Montserrat"/>
              <a:sym typeface="Montserrat"/>
            </a:endParaRPr>
          </a:p>
        </p:txBody>
      </p:sp>
      <p:sp>
        <p:nvSpPr>
          <p:cNvPr id="552" name="Google Shape;552;p83"/>
          <p:cNvSpPr/>
          <p:nvPr/>
        </p:nvSpPr>
        <p:spPr>
          <a:xfrm>
            <a:off x="1769925" y="13771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53" name="Google Shape;553;p83"/>
          <p:cNvCxnSpPr/>
          <p:nvPr/>
        </p:nvCxnSpPr>
        <p:spPr>
          <a:xfrm>
            <a:off x="2020275" y="2198488"/>
            <a:ext cx="1409700" cy="0"/>
          </a:xfrm>
          <a:prstGeom prst="straightConnector1">
            <a:avLst/>
          </a:prstGeom>
          <a:noFill/>
          <a:ln w="9525" cap="flat" cmpd="sng">
            <a:solidFill>
              <a:srgbClr val="595959"/>
            </a:solidFill>
            <a:prstDash val="solid"/>
            <a:round/>
            <a:headEnd type="none" w="sm" len="sm"/>
            <a:tailEnd type="none" w="sm" len="sm"/>
          </a:ln>
        </p:spPr>
      </p:cxnSp>
      <p:sp>
        <p:nvSpPr>
          <p:cNvPr id="554" name="Google Shape;554;p83"/>
          <p:cNvSpPr txBox="1"/>
          <p:nvPr/>
        </p:nvSpPr>
        <p:spPr>
          <a:xfrm>
            <a:off x="2020275" y="22197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‘TSLA’</a:t>
            </a:r>
            <a:endParaRPr sz="1600" b="0" i="0" u="none" strike="noStrike" cap="none">
              <a:solidFill>
                <a:srgbClr val="000000"/>
              </a:solidFill>
              <a:latin typeface="Montserrat"/>
              <a:ea typeface="Montserrat"/>
              <a:cs typeface="Montserrat"/>
              <a:sym typeface="Montserrat"/>
            </a:endParaRPr>
          </a:p>
        </p:txBody>
      </p:sp>
      <p:sp>
        <p:nvSpPr>
          <p:cNvPr id="555" name="Google Shape;555;p83"/>
          <p:cNvSpPr txBox="1"/>
          <p:nvPr/>
        </p:nvSpPr>
        <p:spPr>
          <a:xfrm>
            <a:off x="2020275" y="15763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Tesla</a:t>
            </a:r>
            <a:endParaRPr sz="1600" b="1" i="0" u="none" strike="noStrike" cap="none">
              <a:solidFill>
                <a:srgbClr val="000000"/>
              </a:solidFill>
              <a:latin typeface="Montserrat"/>
              <a:ea typeface="Montserrat"/>
              <a:cs typeface="Montserrat"/>
              <a:sym typeface="Montserrat"/>
            </a:endParaRPr>
          </a:p>
        </p:txBody>
      </p:sp>
      <p:sp>
        <p:nvSpPr>
          <p:cNvPr id="556" name="Google Shape;556;p83"/>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Stocks Chosen</a:t>
            </a:r>
            <a:endParaRPr sz="1400"/>
          </a:p>
        </p:txBody>
      </p:sp>
      <p:sp>
        <p:nvSpPr>
          <p:cNvPr id="557" name="Google Shape;557;p83"/>
          <p:cNvSpPr/>
          <p:nvPr/>
        </p:nvSpPr>
        <p:spPr>
          <a:xfrm>
            <a:off x="3548338" y="13771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58" name="Google Shape;558;p83"/>
          <p:cNvCxnSpPr/>
          <p:nvPr/>
        </p:nvCxnSpPr>
        <p:spPr>
          <a:xfrm>
            <a:off x="3798688" y="2198488"/>
            <a:ext cx="1409700" cy="0"/>
          </a:xfrm>
          <a:prstGeom prst="straightConnector1">
            <a:avLst/>
          </a:prstGeom>
          <a:noFill/>
          <a:ln w="9525" cap="flat" cmpd="sng">
            <a:solidFill>
              <a:srgbClr val="595959"/>
            </a:solidFill>
            <a:prstDash val="solid"/>
            <a:round/>
            <a:headEnd type="none" w="sm" len="sm"/>
            <a:tailEnd type="none" w="sm" len="sm"/>
          </a:ln>
        </p:spPr>
      </p:cxnSp>
      <p:sp>
        <p:nvSpPr>
          <p:cNvPr id="559" name="Google Shape;559;p83"/>
          <p:cNvSpPr txBox="1"/>
          <p:nvPr/>
        </p:nvSpPr>
        <p:spPr>
          <a:xfrm>
            <a:off x="3798688" y="22197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‘MSFT’</a:t>
            </a:r>
            <a:endParaRPr sz="1600" b="0" i="0" u="none" strike="noStrike" cap="none">
              <a:solidFill>
                <a:srgbClr val="000000"/>
              </a:solidFill>
              <a:latin typeface="Montserrat"/>
              <a:ea typeface="Montserrat"/>
              <a:cs typeface="Montserrat"/>
              <a:sym typeface="Montserrat"/>
            </a:endParaRPr>
          </a:p>
        </p:txBody>
      </p:sp>
      <p:sp>
        <p:nvSpPr>
          <p:cNvPr id="560" name="Google Shape;560;p83"/>
          <p:cNvSpPr txBox="1"/>
          <p:nvPr/>
        </p:nvSpPr>
        <p:spPr>
          <a:xfrm>
            <a:off x="3798688" y="15600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Microsoft</a:t>
            </a:r>
            <a:endParaRPr sz="1600" b="1" i="0" u="none" strike="noStrike" cap="none">
              <a:solidFill>
                <a:srgbClr val="000000"/>
              </a:solidFill>
              <a:latin typeface="Montserrat"/>
              <a:ea typeface="Montserrat"/>
              <a:cs typeface="Montserrat"/>
              <a:sym typeface="Montserrat"/>
            </a:endParaRPr>
          </a:p>
        </p:txBody>
      </p:sp>
      <p:sp>
        <p:nvSpPr>
          <p:cNvPr id="561" name="Google Shape;561;p83"/>
          <p:cNvSpPr/>
          <p:nvPr/>
        </p:nvSpPr>
        <p:spPr>
          <a:xfrm>
            <a:off x="5326775" y="13771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62" name="Google Shape;562;p83"/>
          <p:cNvCxnSpPr/>
          <p:nvPr/>
        </p:nvCxnSpPr>
        <p:spPr>
          <a:xfrm>
            <a:off x="5577125" y="2198488"/>
            <a:ext cx="1409700" cy="0"/>
          </a:xfrm>
          <a:prstGeom prst="straightConnector1">
            <a:avLst/>
          </a:prstGeom>
          <a:noFill/>
          <a:ln w="9525" cap="flat" cmpd="sng">
            <a:solidFill>
              <a:srgbClr val="595959"/>
            </a:solidFill>
            <a:prstDash val="solid"/>
            <a:round/>
            <a:headEnd type="none" w="sm" len="sm"/>
            <a:tailEnd type="none" w="sm" len="sm"/>
          </a:ln>
        </p:spPr>
      </p:cxnSp>
      <p:sp>
        <p:nvSpPr>
          <p:cNvPr id="563" name="Google Shape;563;p83"/>
          <p:cNvSpPr txBox="1"/>
          <p:nvPr/>
        </p:nvSpPr>
        <p:spPr>
          <a:xfrm>
            <a:off x="5577125" y="22197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‘GOOGL’</a:t>
            </a:r>
            <a:endParaRPr sz="1600" b="0" i="0" u="none" strike="noStrike" cap="none">
              <a:solidFill>
                <a:srgbClr val="000000"/>
              </a:solidFill>
              <a:latin typeface="Montserrat"/>
              <a:ea typeface="Montserrat"/>
              <a:cs typeface="Montserrat"/>
              <a:sym typeface="Montserrat"/>
            </a:endParaRPr>
          </a:p>
        </p:txBody>
      </p:sp>
      <p:sp>
        <p:nvSpPr>
          <p:cNvPr id="564" name="Google Shape;564;p83"/>
          <p:cNvSpPr txBox="1"/>
          <p:nvPr/>
        </p:nvSpPr>
        <p:spPr>
          <a:xfrm>
            <a:off x="5577125" y="15763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Google</a:t>
            </a:r>
            <a:endParaRPr sz="1600" b="1" i="0" u="none" strike="noStrike" cap="none">
              <a:solidFill>
                <a:srgbClr val="000000"/>
              </a:solidFill>
              <a:latin typeface="Montserrat"/>
              <a:ea typeface="Montserrat"/>
              <a:cs typeface="Montserrat"/>
              <a:sym typeface="Montserrat"/>
            </a:endParaRPr>
          </a:p>
        </p:txBody>
      </p:sp>
      <p:sp>
        <p:nvSpPr>
          <p:cNvPr id="565" name="Google Shape;565;p83"/>
          <p:cNvSpPr/>
          <p:nvPr/>
        </p:nvSpPr>
        <p:spPr>
          <a:xfrm>
            <a:off x="7157550" y="13771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66" name="Google Shape;566;p83"/>
          <p:cNvCxnSpPr/>
          <p:nvPr/>
        </p:nvCxnSpPr>
        <p:spPr>
          <a:xfrm>
            <a:off x="7407900" y="2198488"/>
            <a:ext cx="1409700" cy="0"/>
          </a:xfrm>
          <a:prstGeom prst="straightConnector1">
            <a:avLst/>
          </a:prstGeom>
          <a:noFill/>
          <a:ln w="9525" cap="flat" cmpd="sng">
            <a:solidFill>
              <a:srgbClr val="595959"/>
            </a:solidFill>
            <a:prstDash val="solid"/>
            <a:round/>
            <a:headEnd type="none" w="sm" len="sm"/>
            <a:tailEnd type="none" w="sm" len="sm"/>
          </a:ln>
        </p:spPr>
      </p:cxnSp>
      <p:sp>
        <p:nvSpPr>
          <p:cNvPr id="567" name="Google Shape;567;p83"/>
          <p:cNvSpPr txBox="1"/>
          <p:nvPr/>
        </p:nvSpPr>
        <p:spPr>
          <a:xfrm>
            <a:off x="7407900" y="22197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‘AMZN’</a:t>
            </a:r>
            <a:endParaRPr sz="1600" b="0" i="0" u="none" strike="noStrike" cap="none">
              <a:solidFill>
                <a:srgbClr val="000000"/>
              </a:solidFill>
              <a:latin typeface="Montserrat"/>
              <a:ea typeface="Montserrat"/>
              <a:cs typeface="Montserrat"/>
              <a:sym typeface="Montserrat"/>
            </a:endParaRPr>
          </a:p>
        </p:txBody>
      </p:sp>
      <p:sp>
        <p:nvSpPr>
          <p:cNvPr id="568" name="Google Shape;568;p83"/>
          <p:cNvSpPr txBox="1"/>
          <p:nvPr/>
        </p:nvSpPr>
        <p:spPr>
          <a:xfrm>
            <a:off x="7407900" y="15763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Amazon</a:t>
            </a:r>
            <a:endParaRPr sz="1600" b="1" i="0" u="none" strike="noStrike" cap="none">
              <a:solidFill>
                <a:srgbClr val="000000"/>
              </a:solidFill>
              <a:latin typeface="Montserrat"/>
              <a:ea typeface="Montserrat"/>
              <a:cs typeface="Montserrat"/>
              <a:sym typeface="Montserrat"/>
            </a:endParaRPr>
          </a:p>
        </p:txBody>
      </p:sp>
      <p:sp>
        <p:nvSpPr>
          <p:cNvPr id="569" name="Google Shape;569;p83"/>
          <p:cNvSpPr/>
          <p:nvPr/>
        </p:nvSpPr>
        <p:spPr>
          <a:xfrm>
            <a:off x="-12" y="345253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70" name="Google Shape;570;p83"/>
          <p:cNvCxnSpPr/>
          <p:nvPr/>
        </p:nvCxnSpPr>
        <p:spPr>
          <a:xfrm>
            <a:off x="250338" y="4273838"/>
            <a:ext cx="1409700" cy="0"/>
          </a:xfrm>
          <a:prstGeom prst="straightConnector1">
            <a:avLst/>
          </a:prstGeom>
          <a:noFill/>
          <a:ln w="9525" cap="flat" cmpd="sng">
            <a:solidFill>
              <a:srgbClr val="595959"/>
            </a:solidFill>
            <a:prstDash val="solid"/>
            <a:round/>
            <a:headEnd type="none" w="sm" len="sm"/>
            <a:tailEnd type="none" w="sm" len="sm"/>
          </a:ln>
        </p:spPr>
      </p:cxnSp>
      <p:sp>
        <p:nvSpPr>
          <p:cNvPr id="571" name="Google Shape;571;p83"/>
          <p:cNvSpPr txBox="1"/>
          <p:nvPr/>
        </p:nvSpPr>
        <p:spPr>
          <a:xfrm>
            <a:off x="250338" y="429508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‘ATER’</a:t>
            </a:r>
            <a:endParaRPr sz="1600" b="0" i="0" u="none" strike="noStrike" cap="none">
              <a:solidFill>
                <a:srgbClr val="000000"/>
              </a:solidFill>
              <a:latin typeface="Montserrat"/>
              <a:ea typeface="Montserrat"/>
              <a:cs typeface="Montserrat"/>
              <a:sym typeface="Montserrat"/>
            </a:endParaRPr>
          </a:p>
        </p:txBody>
      </p:sp>
      <p:sp>
        <p:nvSpPr>
          <p:cNvPr id="572" name="Google Shape;572;p83"/>
          <p:cNvSpPr txBox="1"/>
          <p:nvPr/>
        </p:nvSpPr>
        <p:spPr>
          <a:xfrm>
            <a:off x="250338" y="363538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Aterian</a:t>
            </a:r>
            <a:endParaRPr sz="1600" b="1" i="0" u="none" strike="noStrike" cap="none">
              <a:solidFill>
                <a:srgbClr val="000000"/>
              </a:solidFill>
              <a:latin typeface="Montserrat"/>
              <a:ea typeface="Montserrat"/>
              <a:cs typeface="Montserrat"/>
              <a:sym typeface="Montserrat"/>
            </a:endParaRPr>
          </a:p>
        </p:txBody>
      </p:sp>
      <p:sp>
        <p:nvSpPr>
          <p:cNvPr id="573" name="Google Shape;573;p83"/>
          <p:cNvSpPr/>
          <p:nvPr/>
        </p:nvSpPr>
        <p:spPr>
          <a:xfrm>
            <a:off x="1841463" y="3454688"/>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74" name="Google Shape;574;p83"/>
          <p:cNvCxnSpPr/>
          <p:nvPr/>
        </p:nvCxnSpPr>
        <p:spPr>
          <a:xfrm>
            <a:off x="2091813" y="4275988"/>
            <a:ext cx="1409700" cy="0"/>
          </a:xfrm>
          <a:prstGeom prst="straightConnector1">
            <a:avLst/>
          </a:prstGeom>
          <a:noFill/>
          <a:ln w="9525" cap="flat" cmpd="sng">
            <a:solidFill>
              <a:srgbClr val="595959"/>
            </a:solidFill>
            <a:prstDash val="solid"/>
            <a:round/>
            <a:headEnd type="none" w="sm" len="sm"/>
            <a:tailEnd type="none" w="sm" len="sm"/>
          </a:ln>
        </p:spPr>
      </p:cxnSp>
      <p:sp>
        <p:nvSpPr>
          <p:cNvPr id="575" name="Google Shape;575;p83"/>
          <p:cNvSpPr txBox="1"/>
          <p:nvPr/>
        </p:nvSpPr>
        <p:spPr>
          <a:xfrm>
            <a:off x="2091813" y="42972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‘VXRT’</a:t>
            </a:r>
            <a:endParaRPr sz="1600" b="0" i="0" u="none" strike="noStrike" cap="none">
              <a:solidFill>
                <a:srgbClr val="000000"/>
              </a:solidFill>
              <a:latin typeface="Montserrat"/>
              <a:ea typeface="Montserrat"/>
              <a:cs typeface="Montserrat"/>
              <a:sym typeface="Montserrat"/>
            </a:endParaRPr>
          </a:p>
        </p:txBody>
      </p:sp>
      <p:sp>
        <p:nvSpPr>
          <p:cNvPr id="576" name="Google Shape;576;p83"/>
          <p:cNvSpPr txBox="1"/>
          <p:nvPr/>
        </p:nvSpPr>
        <p:spPr>
          <a:xfrm>
            <a:off x="2091813" y="3637538"/>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Vaxart</a:t>
            </a:r>
            <a:endParaRPr sz="1600" b="1" i="0" u="none" strike="noStrike" cap="none">
              <a:solidFill>
                <a:srgbClr val="000000"/>
              </a:solidFill>
              <a:latin typeface="Montserrat"/>
              <a:ea typeface="Montserrat"/>
              <a:cs typeface="Montserrat"/>
              <a:sym typeface="Montserrat"/>
            </a:endParaRPr>
          </a:p>
        </p:txBody>
      </p:sp>
      <p:sp>
        <p:nvSpPr>
          <p:cNvPr id="577" name="Google Shape;577;p83"/>
          <p:cNvSpPr/>
          <p:nvPr/>
        </p:nvSpPr>
        <p:spPr>
          <a:xfrm>
            <a:off x="4589350" y="3451463"/>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78" name="Google Shape;578;p83"/>
          <p:cNvCxnSpPr/>
          <p:nvPr/>
        </p:nvCxnSpPr>
        <p:spPr>
          <a:xfrm>
            <a:off x="4839700" y="4272763"/>
            <a:ext cx="1409700" cy="0"/>
          </a:xfrm>
          <a:prstGeom prst="straightConnector1">
            <a:avLst/>
          </a:prstGeom>
          <a:noFill/>
          <a:ln w="9525" cap="flat" cmpd="sng">
            <a:solidFill>
              <a:srgbClr val="595959"/>
            </a:solidFill>
            <a:prstDash val="solid"/>
            <a:round/>
            <a:headEnd type="none" w="sm" len="sm"/>
            <a:tailEnd type="none" w="sm" len="sm"/>
          </a:ln>
        </p:spPr>
      </p:cxnSp>
      <p:sp>
        <p:nvSpPr>
          <p:cNvPr id="579" name="Google Shape;579;p83"/>
          <p:cNvSpPr txBox="1"/>
          <p:nvPr/>
        </p:nvSpPr>
        <p:spPr>
          <a:xfrm>
            <a:off x="4446088" y="4294025"/>
            <a:ext cx="22464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ARK Innovation ETF</a:t>
            </a:r>
            <a:endParaRPr sz="1600" b="0" i="0" u="none" strike="noStrike" cap="none">
              <a:solidFill>
                <a:srgbClr val="000000"/>
              </a:solidFill>
              <a:latin typeface="Montserrat"/>
              <a:ea typeface="Montserrat"/>
              <a:cs typeface="Montserrat"/>
              <a:sym typeface="Montserrat"/>
            </a:endParaRPr>
          </a:p>
        </p:txBody>
      </p:sp>
      <p:sp>
        <p:nvSpPr>
          <p:cNvPr id="580" name="Google Shape;580;p83"/>
          <p:cNvSpPr txBox="1"/>
          <p:nvPr/>
        </p:nvSpPr>
        <p:spPr>
          <a:xfrm>
            <a:off x="4839700" y="3634313"/>
            <a:ext cx="14097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ARKK</a:t>
            </a:r>
            <a:endParaRPr sz="1600" b="1" i="0" u="none" strike="noStrike" cap="none">
              <a:solidFill>
                <a:srgbClr val="000000"/>
              </a:solidFill>
              <a:latin typeface="Montserrat"/>
              <a:ea typeface="Montserrat"/>
              <a:cs typeface="Montserrat"/>
              <a:sym typeface="Montserrat"/>
            </a:endParaRPr>
          </a:p>
        </p:txBody>
      </p:sp>
      <p:sp>
        <p:nvSpPr>
          <p:cNvPr id="581" name="Google Shape;581;p83"/>
          <p:cNvSpPr/>
          <p:nvPr/>
        </p:nvSpPr>
        <p:spPr>
          <a:xfrm>
            <a:off x="6895938" y="3451463"/>
            <a:ext cx="1910400" cy="1638300"/>
          </a:xfrm>
          <a:prstGeom prst="roundRect">
            <a:avLst>
              <a:gd name="adj" fmla="val 7122"/>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000000"/>
              </a:solidFill>
              <a:latin typeface="Arial"/>
              <a:ea typeface="Arial"/>
              <a:cs typeface="Arial"/>
              <a:sym typeface="Arial"/>
            </a:endParaRPr>
          </a:p>
        </p:txBody>
      </p:sp>
      <p:cxnSp>
        <p:nvCxnSpPr>
          <p:cNvPr id="582" name="Google Shape;582;p83"/>
          <p:cNvCxnSpPr/>
          <p:nvPr/>
        </p:nvCxnSpPr>
        <p:spPr>
          <a:xfrm>
            <a:off x="7146288" y="4272763"/>
            <a:ext cx="1409700" cy="0"/>
          </a:xfrm>
          <a:prstGeom prst="straightConnector1">
            <a:avLst/>
          </a:prstGeom>
          <a:noFill/>
          <a:ln w="9525" cap="flat" cmpd="sng">
            <a:solidFill>
              <a:srgbClr val="595959"/>
            </a:solidFill>
            <a:prstDash val="solid"/>
            <a:round/>
            <a:headEnd type="none" w="sm" len="sm"/>
            <a:tailEnd type="none" w="sm" len="sm"/>
          </a:ln>
        </p:spPr>
      </p:cxnSp>
      <p:sp>
        <p:nvSpPr>
          <p:cNvPr id="583" name="Google Shape;583;p83"/>
          <p:cNvSpPr txBox="1"/>
          <p:nvPr/>
        </p:nvSpPr>
        <p:spPr>
          <a:xfrm>
            <a:off x="6765307" y="4294025"/>
            <a:ext cx="22464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Montserrat"/>
                <a:ea typeface="Montserrat"/>
                <a:cs typeface="Montserrat"/>
                <a:sym typeface="Montserrat"/>
              </a:rPr>
              <a:t>Index that includes top 10 stocks</a:t>
            </a:r>
            <a:endParaRPr sz="1600" b="0" i="0" u="none" strike="noStrike" cap="none">
              <a:solidFill>
                <a:srgbClr val="000000"/>
              </a:solidFill>
              <a:latin typeface="Montserrat"/>
              <a:ea typeface="Montserrat"/>
              <a:cs typeface="Montserrat"/>
              <a:sym typeface="Montserrat"/>
            </a:endParaRPr>
          </a:p>
        </p:txBody>
      </p:sp>
      <p:sp>
        <p:nvSpPr>
          <p:cNvPr id="584" name="Google Shape;584;p83"/>
          <p:cNvSpPr txBox="1"/>
          <p:nvPr/>
        </p:nvSpPr>
        <p:spPr>
          <a:xfrm>
            <a:off x="7048352" y="3634325"/>
            <a:ext cx="16599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Montserrat"/>
                <a:ea typeface="Montserrat"/>
                <a:cs typeface="Montserrat"/>
                <a:sym typeface="Montserrat"/>
              </a:rPr>
              <a:t>Russell 1000</a:t>
            </a:r>
            <a:endParaRPr sz="1600" b="1" i="0" u="none" strike="noStrike" cap="none">
              <a:solidFill>
                <a:srgbClr val="000000"/>
              </a:solidFill>
              <a:latin typeface="Montserrat"/>
              <a:ea typeface="Montserrat"/>
              <a:cs typeface="Montserrat"/>
              <a:sym typeface="Montserrat"/>
            </a:endParaRPr>
          </a:p>
        </p:txBody>
      </p:sp>
      <p:sp>
        <p:nvSpPr>
          <p:cNvPr id="585" name="Google Shape;585;p83"/>
          <p:cNvSpPr txBox="1"/>
          <p:nvPr/>
        </p:nvSpPr>
        <p:spPr>
          <a:xfrm>
            <a:off x="491650" y="1002825"/>
            <a:ext cx="8216700" cy="4002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Montserrat"/>
                <a:ea typeface="Montserrat"/>
                <a:cs typeface="Montserrat"/>
                <a:sym typeface="Montserrat"/>
              </a:rPr>
              <a:t>Large Cap Stocks</a:t>
            </a:r>
            <a:endParaRPr sz="1400" b="1" i="0" u="none" strike="noStrike" cap="none">
              <a:solidFill>
                <a:schemeClr val="lt1"/>
              </a:solidFill>
              <a:latin typeface="Montserrat"/>
              <a:ea typeface="Montserrat"/>
              <a:cs typeface="Montserrat"/>
              <a:sym typeface="Montserrat"/>
            </a:endParaRPr>
          </a:p>
        </p:txBody>
      </p:sp>
      <p:sp>
        <p:nvSpPr>
          <p:cNvPr id="586" name="Google Shape;586;p83"/>
          <p:cNvSpPr txBox="1"/>
          <p:nvPr/>
        </p:nvSpPr>
        <p:spPr>
          <a:xfrm>
            <a:off x="491650" y="3049150"/>
            <a:ext cx="3009900" cy="3963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Montserrat"/>
                <a:ea typeface="Montserrat"/>
                <a:cs typeface="Montserrat"/>
                <a:sym typeface="Montserrat"/>
              </a:rPr>
              <a:t>Small Cap Stocks</a:t>
            </a:r>
            <a:endParaRPr sz="1400" b="1" i="0" u="none" strike="noStrike" cap="none">
              <a:solidFill>
                <a:schemeClr val="lt1"/>
              </a:solidFill>
              <a:latin typeface="Montserrat"/>
              <a:ea typeface="Montserrat"/>
              <a:cs typeface="Montserrat"/>
              <a:sym typeface="Montserrat"/>
            </a:endParaRPr>
          </a:p>
        </p:txBody>
      </p:sp>
      <p:sp>
        <p:nvSpPr>
          <p:cNvPr id="587" name="Google Shape;587;p83"/>
          <p:cNvSpPr txBox="1"/>
          <p:nvPr/>
        </p:nvSpPr>
        <p:spPr>
          <a:xfrm>
            <a:off x="4740425" y="3048625"/>
            <a:ext cx="3967800" cy="396300"/>
          </a:xfrm>
          <a:prstGeom prst="rect">
            <a:avLst/>
          </a:prstGeom>
          <a:solidFill>
            <a:schemeClr val="accen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Montserrat"/>
                <a:ea typeface="Montserrat"/>
                <a:cs typeface="Montserrat"/>
                <a:sym typeface="Montserrat"/>
              </a:rPr>
              <a:t>ETFs</a:t>
            </a:r>
            <a:endParaRPr sz="14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591"/>
        <p:cNvGrpSpPr/>
        <p:nvPr/>
      </p:nvGrpSpPr>
      <p:grpSpPr>
        <a:xfrm>
          <a:off x="0" y="0"/>
          <a:ext cx="0" cy="0"/>
          <a:chOff x="0" y="0"/>
          <a:chExt cx="0" cy="0"/>
        </a:xfrm>
      </p:grpSpPr>
      <p:sp>
        <p:nvSpPr>
          <p:cNvPr id="592" name="Google Shape;592;p84"/>
          <p:cNvSpPr/>
          <p:nvPr/>
        </p:nvSpPr>
        <p:spPr>
          <a:xfrm>
            <a:off x="5242300" y="1484849"/>
            <a:ext cx="3299700" cy="13287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84"/>
          <p:cNvSpPr/>
          <p:nvPr/>
        </p:nvSpPr>
        <p:spPr>
          <a:xfrm>
            <a:off x="393500" y="1593525"/>
            <a:ext cx="4458900" cy="32247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84"/>
          <p:cNvSpPr/>
          <p:nvPr/>
        </p:nvSpPr>
        <p:spPr>
          <a:xfrm>
            <a:off x="5242300" y="1124235"/>
            <a:ext cx="3299700" cy="360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84"/>
          <p:cNvSpPr/>
          <p:nvPr/>
        </p:nvSpPr>
        <p:spPr>
          <a:xfrm>
            <a:off x="390800" y="1136150"/>
            <a:ext cx="4458900" cy="457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84"/>
          <p:cNvSpPr txBox="1">
            <a:spLocks noGrp="1"/>
          </p:cNvSpPr>
          <p:nvPr>
            <p:ph type="title"/>
          </p:nvPr>
        </p:nvSpPr>
        <p:spPr>
          <a:xfrm>
            <a:off x="717900" y="396250"/>
            <a:ext cx="7708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Challenges with Data</a:t>
            </a:r>
            <a:endParaRPr/>
          </a:p>
        </p:txBody>
      </p:sp>
      <p:sp>
        <p:nvSpPr>
          <p:cNvPr id="597" name="Google Shape;597;p84"/>
          <p:cNvSpPr txBox="1">
            <a:spLocks noGrp="1"/>
          </p:cNvSpPr>
          <p:nvPr>
            <p:ph type="subTitle" idx="1"/>
          </p:nvPr>
        </p:nvSpPr>
        <p:spPr>
          <a:xfrm>
            <a:off x="530050" y="1079875"/>
            <a:ext cx="4185300" cy="5700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800"/>
              <a:buNone/>
            </a:pPr>
            <a:r>
              <a:rPr lang="en"/>
              <a:t>Inconsistencies between Sources</a:t>
            </a:r>
            <a:endParaRPr/>
          </a:p>
        </p:txBody>
      </p:sp>
      <p:sp>
        <p:nvSpPr>
          <p:cNvPr id="598" name="Google Shape;598;p84"/>
          <p:cNvSpPr txBox="1">
            <a:spLocks noGrp="1"/>
          </p:cNvSpPr>
          <p:nvPr>
            <p:ph type="subTitle" idx="2"/>
          </p:nvPr>
        </p:nvSpPr>
        <p:spPr>
          <a:xfrm>
            <a:off x="519200" y="1649800"/>
            <a:ext cx="4286100" cy="308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300"/>
              <a:t>Different </a:t>
            </a:r>
            <a:r>
              <a:rPr lang="en" sz="1300" b="1"/>
              <a:t>data format </a:t>
            </a:r>
            <a:r>
              <a:rPr lang="en" sz="1300"/>
              <a:t>E.g ( datetime) </a:t>
            </a:r>
            <a:r>
              <a:rPr lang="en" sz="1300">
                <a:solidFill>
                  <a:schemeClr val="dk2"/>
                </a:solidFill>
              </a:rPr>
              <a:t>→ standardize</a:t>
            </a:r>
            <a:endParaRPr sz="1300">
              <a:solidFill>
                <a:schemeClr val="dk2"/>
              </a:solidFill>
            </a:endParaRPr>
          </a:p>
          <a:p>
            <a:pPr marL="0" lvl="0" indent="0" algn="l" rtl="0">
              <a:lnSpc>
                <a:spcPct val="100000"/>
              </a:lnSpc>
              <a:spcBef>
                <a:spcPts val="1600"/>
              </a:spcBef>
              <a:spcAft>
                <a:spcPts val="0"/>
              </a:spcAft>
              <a:buClr>
                <a:schemeClr val="dk1"/>
              </a:buClr>
              <a:buSzPts val="1100"/>
              <a:buFont typeface="Arial"/>
              <a:buNone/>
            </a:pPr>
            <a:r>
              <a:rPr lang="en" sz="1300"/>
              <a:t>Different </a:t>
            </a:r>
            <a:r>
              <a:rPr lang="en" sz="1300" b="1"/>
              <a:t>site formats </a:t>
            </a:r>
            <a:r>
              <a:rPr lang="en" sz="1300">
                <a:solidFill>
                  <a:schemeClr val="dk2"/>
                </a:solidFill>
              </a:rPr>
              <a:t>→ specific scrape scripts</a:t>
            </a:r>
            <a:endParaRPr sz="1300">
              <a:solidFill>
                <a:schemeClr val="dk2"/>
              </a:solidFill>
            </a:endParaRPr>
          </a:p>
          <a:p>
            <a:pPr marL="0" lvl="0" indent="0" algn="l" rtl="0">
              <a:lnSpc>
                <a:spcPct val="100000"/>
              </a:lnSpc>
              <a:spcBef>
                <a:spcPts val="1600"/>
              </a:spcBef>
              <a:spcAft>
                <a:spcPts val="0"/>
              </a:spcAft>
              <a:buClr>
                <a:schemeClr val="dk1"/>
              </a:buClr>
              <a:buSzPts val="1100"/>
              <a:buFont typeface="Arial"/>
              <a:buNone/>
            </a:pPr>
            <a:r>
              <a:rPr lang="en" sz="1300"/>
              <a:t>Reddit have both </a:t>
            </a:r>
            <a:r>
              <a:rPr lang="en" sz="1300" b="1"/>
              <a:t>comments and posts</a:t>
            </a:r>
            <a:r>
              <a:rPr lang="en" sz="1300"/>
              <a:t> </a:t>
            </a:r>
            <a:r>
              <a:rPr lang="en" sz="1300">
                <a:solidFill>
                  <a:schemeClr val="dk2"/>
                </a:solidFill>
              </a:rPr>
              <a:t>→ scrape separately</a:t>
            </a:r>
            <a:endParaRPr sz="1300">
              <a:solidFill>
                <a:schemeClr val="dk2"/>
              </a:solidFill>
            </a:endParaRPr>
          </a:p>
          <a:p>
            <a:pPr marL="0" lvl="0" indent="0" algn="l" rtl="0">
              <a:lnSpc>
                <a:spcPct val="100000"/>
              </a:lnSpc>
              <a:spcBef>
                <a:spcPts val="1600"/>
              </a:spcBef>
              <a:spcAft>
                <a:spcPts val="0"/>
              </a:spcAft>
              <a:buSzPts val="1800"/>
              <a:buNone/>
            </a:pPr>
            <a:r>
              <a:rPr lang="en" sz="1300"/>
              <a:t>Social sentiment data includes the </a:t>
            </a:r>
            <a:r>
              <a:rPr lang="en" sz="1300" b="1"/>
              <a:t>weekends </a:t>
            </a:r>
            <a:r>
              <a:rPr lang="en" sz="1300"/>
              <a:t>while stock prices do not </a:t>
            </a:r>
            <a:r>
              <a:rPr lang="en" sz="1300">
                <a:solidFill>
                  <a:schemeClr val="dk2"/>
                </a:solidFill>
              </a:rPr>
              <a:t>→ weighted formula to combine weekend sentiments into Monday</a:t>
            </a:r>
            <a:endParaRPr sz="1300">
              <a:solidFill>
                <a:schemeClr val="dk2"/>
              </a:solidFill>
            </a:endParaRPr>
          </a:p>
          <a:p>
            <a:pPr marL="0" lvl="0" indent="0" algn="l" rtl="0">
              <a:lnSpc>
                <a:spcPct val="100000"/>
              </a:lnSpc>
              <a:spcBef>
                <a:spcPts val="1600"/>
              </a:spcBef>
              <a:spcAft>
                <a:spcPts val="1600"/>
              </a:spcAft>
              <a:buSzPts val="1800"/>
              <a:buNone/>
            </a:pPr>
            <a:r>
              <a:rPr lang="en" sz="1300"/>
              <a:t>Diminishing number of scrapes for </a:t>
            </a:r>
            <a:r>
              <a:rPr lang="en" sz="1300" b="1"/>
              <a:t>older </a:t>
            </a:r>
            <a:r>
              <a:rPr lang="en" sz="1300"/>
              <a:t>comments </a:t>
            </a:r>
            <a:r>
              <a:rPr lang="en" sz="1300">
                <a:solidFill>
                  <a:schemeClr val="dk2"/>
                </a:solidFill>
              </a:rPr>
              <a:t>→ limit scraping time frame</a:t>
            </a:r>
            <a:endParaRPr sz="1300"/>
          </a:p>
        </p:txBody>
      </p:sp>
      <p:sp>
        <p:nvSpPr>
          <p:cNvPr id="599" name="Google Shape;599;p84"/>
          <p:cNvSpPr txBox="1">
            <a:spLocks noGrp="1"/>
          </p:cNvSpPr>
          <p:nvPr>
            <p:ph type="subTitle" idx="3"/>
          </p:nvPr>
        </p:nvSpPr>
        <p:spPr>
          <a:xfrm>
            <a:off x="5428950" y="1079875"/>
            <a:ext cx="2917800" cy="44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600"/>
              </a:spcAft>
              <a:buSzPts val="1800"/>
              <a:buNone/>
            </a:pPr>
            <a:r>
              <a:rPr lang="en"/>
              <a:t>           Dirty Data</a:t>
            </a:r>
            <a:endParaRPr/>
          </a:p>
        </p:txBody>
      </p:sp>
      <p:sp>
        <p:nvSpPr>
          <p:cNvPr id="600" name="Google Shape;600;p84"/>
          <p:cNvSpPr txBox="1">
            <a:spLocks noGrp="1"/>
          </p:cNvSpPr>
          <p:nvPr>
            <p:ph type="subTitle" idx="4"/>
          </p:nvPr>
        </p:nvSpPr>
        <p:spPr>
          <a:xfrm>
            <a:off x="5242300" y="1529200"/>
            <a:ext cx="3299700" cy="117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Unnecessary </a:t>
            </a:r>
            <a:r>
              <a:rPr lang="en"/>
              <a:t>content etc </a:t>
            </a:r>
            <a:r>
              <a:rPr lang="en">
                <a:solidFill>
                  <a:schemeClr val="accent3"/>
                </a:solidFill>
              </a:rPr>
              <a:t>→ cl</a:t>
            </a:r>
            <a:r>
              <a:rPr lang="en">
                <a:solidFill>
                  <a:schemeClr val="dk2"/>
                </a:solidFill>
              </a:rPr>
              <a:t>ean e.g. criteria-based selection, filters (NLP &amp; REGEX)</a:t>
            </a:r>
            <a:endParaRPr/>
          </a:p>
        </p:txBody>
      </p:sp>
      <p:sp>
        <p:nvSpPr>
          <p:cNvPr id="601" name="Google Shape;601;p84"/>
          <p:cNvSpPr/>
          <p:nvPr/>
        </p:nvSpPr>
        <p:spPr>
          <a:xfrm>
            <a:off x="5259425" y="3405650"/>
            <a:ext cx="3299700" cy="14127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84"/>
          <p:cNvSpPr/>
          <p:nvPr/>
        </p:nvSpPr>
        <p:spPr>
          <a:xfrm>
            <a:off x="5259425" y="3045035"/>
            <a:ext cx="3299700" cy="360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84"/>
          <p:cNvSpPr txBox="1">
            <a:spLocks noGrp="1"/>
          </p:cNvSpPr>
          <p:nvPr>
            <p:ph type="subTitle" idx="3"/>
          </p:nvPr>
        </p:nvSpPr>
        <p:spPr>
          <a:xfrm>
            <a:off x="6038575" y="3000675"/>
            <a:ext cx="1525500" cy="449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a:t>Large Size</a:t>
            </a:r>
            <a:endParaRPr/>
          </a:p>
        </p:txBody>
      </p:sp>
      <p:sp>
        <p:nvSpPr>
          <p:cNvPr id="604" name="Google Shape;604;p84"/>
          <p:cNvSpPr txBox="1">
            <a:spLocks noGrp="1"/>
          </p:cNvSpPr>
          <p:nvPr>
            <p:ph type="subTitle" idx="4"/>
          </p:nvPr>
        </p:nvSpPr>
        <p:spPr>
          <a:xfrm>
            <a:off x="5259425" y="3450000"/>
            <a:ext cx="3299700" cy="913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600"/>
              </a:spcAft>
              <a:buSzPts val="1800"/>
              <a:buNone/>
            </a:pPr>
            <a:r>
              <a:rPr lang="en"/>
              <a:t>Large data size results in </a:t>
            </a:r>
            <a:r>
              <a:rPr lang="en" b="1"/>
              <a:t>long time</a:t>
            </a:r>
            <a:r>
              <a:rPr lang="en"/>
              <a:t> to scrape, clean &amp; arrive at sentiment results </a:t>
            </a:r>
            <a:r>
              <a:rPr lang="en">
                <a:solidFill>
                  <a:schemeClr val="dk2"/>
                </a:solidFill>
              </a:rPr>
              <a:t>→ factor in time constraint</a:t>
            </a:r>
            <a:endParaRPr>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608"/>
        <p:cNvGrpSpPr/>
        <p:nvPr/>
      </p:nvGrpSpPr>
      <p:grpSpPr>
        <a:xfrm>
          <a:off x="0" y="0"/>
          <a:ext cx="0" cy="0"/>
          <a:chOff x="0" y="0"/>
          <a:chExt cx="0" cy="0"/>
        </a:xfrm>
      </p:grpSpPr>
      <p:sp>
        <p:nvSpPr>
          <p:cNvPr id="609" name="Google Shape;609;p85"/>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Data Subset</a:t>
            </a:r>
            <a:endParaRPr sz="1400"/>
          </a:p>
        </p:txBody>
      </p:sp>
      <p:sp>
        <p:nvSpPr>
          <p:cNvPr id="610" name="Google Shape;610;p85"/>
          <p:cNvSpPr txBox="1">
            <a:spLocks noGrp="1"/>
          </p:cNvSpPr>
          <p:nvPr>
            <p:ph type="body" idx="1"/>
          </p:nvPr>
        </p:nvSpPr>
        <p:spPr>
          <a:xfrm>
            <a:off x="653550" y="1044100"/>
            <a:ext cx="7717500" cy="1810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sz="1600">
                <a:solidFill>
                  <a:schemeClr val="dk1"/>
                </a:solidFill>
              </a:rPr>
              <a:t>Scraped data from </a:t>
            </a:r>
            <a:r>
              <a:rPr lang="en" sz="1600" b="1">
                <a:solidFill>
                  <a:schemeClr val="accent1"/>
                </a:solidFill>
              </a:rPr>
              <a:t>01/01/2021 </a:t>
            </a:r>
            <a:r>
              <a:rPr lang="en" sz="1600">
                <a:solidFill>
                  <a:schemeClr val="dk1"/>
                </a:solidFill>
              </a:rPr>
              <a:t>to </a:t>
            </a:r>
            <a:r>
              <a:rPr lang="en" sz="1600" b="1">
                <a:solidFill>
                  <a:schemeClr val="accent1"/>
                </a:solidFill>
              </a:rPr>
              <a:t>30/09/2021</a:t>
            </a:r>
            <a:endParaRPr sz="1600" b="1">
              <a:solidFill>
                <a:schemeClr val="accent1"/>
              </a:solidFill>
            </a:endParaRPr>
          </a:p>
          <a:p>
            <a:pPr marL="0" lvl="0" indent="0" algn="l" rtl="0">
              <a:lnSpc>
                <a:spcPct val="100000"/>
              </a:lnSpc>
              <a:spcBef>
                <a:spcPts val="1600"/>
              </a:spcBef>
              <a:spcAft>
                <a:spcPts val="0"/>
              </a:spcAft>
              <a:buSzPts val="1400"/>
              <a:buNone/>
            </a:pPr>
            <a:endParaRPr sz="1600">
              <a:solidFill>
                <a:schemeClr val="dk1"/>
              </a:solidFill>
            </a:endParaRPr>
          </a:p>
          <a:p>
            <a:pPr marL="0" lvl="0" indent="0" algn="l" rtl="0">
              <a:lnSpc>
                <a:spcPct val="150000"/>
              </a:lnSpc>
              <a:spcBef>
                <a:spcPts val="1600"/>
              </a:spcBef>
              <a:spcAft>
                <a:spcPts val="0"/>
              </a:spcAft>
              <a:buSzPts val="1400"/>
              <a:buNone/>
            </a:pPr>
            <a:endParaRPr sz="1600">
              <a:solidFill>
                <a:schemeClr val="dk1"/>
              </a:solidFill>
            </a:endParaRPr>
          </a:p>
          <a:p>
            <a:pPr marL="0" lvl="0" indent="0" algn="l" rtl="0">
              <a:lnSpc>
                <a:spcPct val="115000"/>
              </a:lnSpc>
              <a:spcBef>
                <a:spcPts val="0"/>
              </a:spcBef>
              <a:spcAft>
                <a:spcPts val="0"/>
              </a:spcAft>
              <a:buSzPts val="1400"/>
              <a:buNone/>
            </a:pPr>
            <a:r>
              <a:rPr lang="en" sz="1600">
                <a:solidFill>
                  <a:schemeClr val="dk1"/>
                </a:solidFill>
              </a:rPr>
              <a:t>Strikes balance between:</a:t>
            </a:r>
            <a:endParaRPr sz="1600">
              <a:solidFill>
                <a:schemeClr val="dk1"/>
              </a:solidFill>
            </a:endParaRPr>
          </a:p>
        </p:txBody>
      </p:sp>
      <p:graphicFrame>
        <p:nvGraphicFramePr>
          <p:cNvPr id="611" name="Google Shape;611;p85"/>
          <p:cNvGraphicFramePr/>
          <p:nvPr/>
        </p:nvGraphicFramePr>
        <p:xfrm>
          <a:off x="713188" y="1599628"/>
          <a:ext cx="7657875" cy="396210"/>
        </p:xfrm>
        <a:graphic>
          <a:graphicData uri="http://schemas.openxmlformats.org/drawingml/2006/table">
            <a:tbl>
              <a:tblPr>
                <a:noFill/>
                <a:tableStyleId>{ED85F886-F2B7-4E43-A6E9-08D5712BC9BE}</a:tableStyleId>
              </a:tblPr>
              <a:tblGrid>
                <a:gridCol w="1652925">
                  <a:extLst>
                    <a:ext uri="{9D8B030D-6E8A-4147-A177-3AD203B41FA5}">
                      <a16:colId xmlns:a16="http://schemas.microsoft.com/office/drawing/2014/main" val="20000"/>
                    </a:ext>
                  </a:extLst>
                </a:gridCol>
                <a:gridCol w="2001650">
                  <a:extLst>
                    <a:ext uri="{9D8B030D-6E8A-4147-A177-3AD203B41FA5}">
                      <a16:colId xmlns:a16="http://schemas.microsoft.com/office/drawing/2014/main" val="20001"/>
                    </a:ext>
                  </a:extLst>
                </a:gridCol>
                <a:gridCol w="2001650">
                  <a:extLst>
                    <a:ext uri="{9D8B030D-6E8A-4147-A177-3AD203B41FA5}">
                      <a16:colId xmlns:a16="http://schemas.microsoft.com/office/drawing/2014/main" val="20002"/>
                    </a:ext>
                  </a:extLst>
                </a:gridCol>
                <a:gridCol w="2001650">
                  <a:extLst>
                    <a:ext uri="{9D8B030D-6E8A-4147-A177-3AD203B41FA5}">
                      <a16:colId xmlns:a16="http://schemas.microsoft.com/office/drawing/2014/main" val="20003"/>
                    </a:ext>
                  </a:extLst>
                </a:gridCol>
              </a:tblGrid>
              <a:tr h="33395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FFFFFF"/>
                          </a:solidFill>
                          <a:latin typeface="Montserrat"/>
                          <a:ea typeface="Montserrat"/>
                          <a:cs typeface="Montserrat"/>
                          <a:sym typeface="Montserrat"/>
                        </a:rPr>
                        <a:t>Q1</a:t>
                      </a:r>
                      <a:endParaRPr sz="1400" b="1" u="none" strike="noStrike" cap="none">
                        <a:solidFill>
                          <a:srgbClr val="FFFFFF"/>
                        </a:solidFill>
                        <a:latin typeface="Montserrat"/>
                        <a:ea typeface="Montserrat"/>
                        <a:cs typeface="Montserrat"/>
                        <a:sym typeface="Montserrat"/>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003BA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FFFFFF"/>
                          </a:solidFill>
                          <a:latin typeface="Montserrat"/>
                          <a:ea typeface="Montserrat"/>
                          <a:cs typeface="Montserrat"/>
                          <a:sym typeface="Montserrat"/>
                        </a:rPr>
                        <a:t>Q2</a:t>
                      </a:r>
                      <a:endParaRPr sz="1400" b="1" u="none" strike="noStrike" cap="none">
                        <a:solidFill>
                          <a:srgbClr val="FFFFFF"/>
                        </a:solidFill>
                        <a:latin typeface="Montserrat"/>
                        <a:ea typeface="Montserrat"/>
                        <a:cs typeface="Montserrat"/>
                        <a:sym typeface="Montserrat"/>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003BA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FFFFFF"/>
                          </a:solidFill>
                          <a:latin typeface="Montserrat"/>
                          <a:ea typeface="Montserrat"/>
                          <a:cs typeface="Montserrat"/>
                          <a:sym typeface="Montserrat"/>
                        </a:rPr>
                        <a:t>Q3</a:t>
                      </a:r>
                      <a:endParaRPr sz="1400" b="1" u="none" strike="noStrike" cap="none">
                        <a:solidFill>
                          <a:srgbClr val="FFFFFF"/>
                        </a:solidFill>
                        <a:latin typeface="Montserrat"/>
                        <a:ea typeface="Montserrat"/>
                        <a:cs typeface="Montserrat"/>
                        <a:sym typeface="Montserrat"/>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rgbClr val="003BA3"/>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FFFFFF"/>
                          </a:solidFill>
                          <a:latin typeface="Montserrat"/>
                          <a:ea typeface="Montserrat"/>
                          <a:cs typeface="Montserrat"/>
                          <a:sym typeface="Montserrat"/>
                        </a:rPr>
                        <a:t>Q4</a:t>
                      </a:r>
                      <a:endParaRPr sz="1400" b="1" u="none" strike="noStrike" cap="none">
                        <a:solidFill>
                          <a:srgbClr val="FFFFFF"/>
                        </a:solidFill>
                        <a:latin typeface="Montserrat"/>
                        <a:ea typeface="Montserrat"/>
                        <a:cs typeface="Montserrat"/>
                        <a:sym typeface="Montserrat"/>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bl>
          </a:graphicData>
        </a:graphic>
      </p:graphicFrame>
      <p:grpSp>
        <p:nvGrpSpPr>
          <p:cNvPr id="612" name="Google Shape;612;p85"/>
          <p:cNvGrpSpPr/>
          <p:nvPr/>
        </p:nvGrpSpPr>
        <p:grpSpPr>
          <a:xfrm>
            <a:off x="5459423" y="2820579"/>
            <a:ext cx="1415400" cy="1386600"/>
            <a:chOff x="4802823" y="2927404"/>
            <a:chExt cx="1415400" cy="1386600"/>
          </a:xfrm>
        </p:grpSpPr>
        <p:sp>
          <p:nvSpPr>
            <p:cNvPr id="613" name="Google Shape;613;p85"/>
            <p:cNvSpPr/>
            <p:nvPr/>
          </p:nvSpPr>
          <p:spPr>
            <a:xfrm>
              <a:off x="4802823" y="2927404"/>
              <a:ext cx="1415400" cy="1386600"/>
            </a:xfrm>
            <a:prstGeom prst="ellipse">
              <a:avLst/>
            </a:prstGeom>
            <a:solidFill>
              <a:srgbClr val="D9D2E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14" name="Google Shape;614;p85"/>
            <p:cNvPicPr preferRelativeResize="0"/>
            <p:nvPr/>
          </p:nvPicPr>
          <p:blipFill rotWithShape="1">
            <a:blip r:embed="rId3">
              <a:alphaModFix/>
            </a:blip>
            <a:srcRect/>
            <a:stretch/>
          </p:blipFill>
          <p:spPr>
            <a:xfrm>
              <a:off x="4925675" y="3035850"/>
              <a:ext cx="1169700" cy="1169700"/>
            </a:xfrm>
            <a:prstGeom prst="rect">
              <a:avLst/>
            </a:prstGeom>
            <a:noFill/>
            <a:ln>
              <a:noFill/>
            </a:ln>
          </p:spPr>
        </p:pic>
      </p:grpSp>
      <p:sp>
        <p:nvSpPr>
          <p:cNvPr id="615" name="Google Shape;615;p85"/>
          <p:cNvSpPr txBox="1"/>
          <p:nvPr/>
        </p:nvSpPr>
        <p:spPr>
          <a:xfrm>
            <a:off x="4267200" y="4237800"/>
            <a:ext cx="37857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1600"/>
              </a:spcAft>
              <a:buClr>
                <a:srgbClr val="000000"/>
              </a:buClr>
              <a:buSzPts val="1600"/>
              <a:buFont typeface="Arial"/>
              <a:buNone/>
            </a:pPr>
            <a:r>
              <a:rPr lang="en" sz="1600" b="1" i="0" u="none" strike="noStrike" cap="none">
                <a:solidFill>
                  <a:schemeClr val="dk1"/>
                </a:solidFill>
                <a:latin typeface="Montserrat"/>
                <a:ea typeface="Montserrat"/>
                <a:cs typeface="Montserrat"/>
                <a:sym typeface="Montserrat"/>
              </a:rPr>
              <a:t>Accuracy</a:t>
            </a:r>
            <a:br>
              <a:rPr lang="en" sz="1600" b="0" i="0" u="none" strike="noStrike" cap="none">
                <a:solidFill>
                  <a:schemeClr val="dk1"/>
                </a:solidFill>
                <a:latin typeface="Montserrat"/>
                <a:ea typeface="Montserrat"/>
                <a:cs typeface="Montserrat"/>
                <a:sym typeface="Montserrat"/>
              </a:rPr>
            </a:br>
            <a:r>
              <a:rPr lang="en" sz="1600" b="0" i="0" u="none" strike="noStrike" cap="none">
                <a:solidFill>
                  <a:schemeClr val="dk1"/>
                </a:solidFill>
                <a:latin typeface="Montserrat"/>
                <a:ea typeface="Montserrat"/>
                <a:cs typeface="Montserrat"/>
                <a:sym typeface="Montserrat"/>
              </a:rPr>
              <a:t>(meaningful correlation scores)</a:t>
            </a:r>
            <a:endParaRPr sz="1400" b="0" i="0" u="none" strike="noStrike" cap="none">
              <a:solidFill>
                <a:srgbClr val="000000"/>
              </a:solidFill>
              <a:latin typeface="Montserrat"/>
              <a:ea typeface="Montserrat"/>
              <a:cs typeface="Montserrat"/>
              <a:sym typeface="Montserrat"/>
            </a:endParaRPr>
          </a:p>
        </p:txBody>
      </p:sp>
      <p:grpSp>
        <p:nvGrpSpPr>
          <p:cNvPr id="616" name="Google Shape;616;p85"/>
          <p:cNvGrpSpPr/>
          <p:nvPr/>
        </p:nvGrpSpPr>
        <p:grpSpPr>
          <a:xfrm>
            <a:off x="1584925" y="2820579"/>
            <a:ext cx="2306400" cy="2063771"/>
            <a:chOff x="1356325" y="2972979"/>
            <a:chExt cx="2306400" cy="2063771"/>
          </a:xfrm>
        </p:grpSpPr>
        <p:sp>
          <p:nvSpPr>
            <p:cNvPr id="617" name="Google Shape;617;p85"/>
            <p:cNvSpPr txBox="1"/>
            <p:nvPr/>
          </p:nvSpPr>
          <p:spPr>
            <a:xfrm>
              <a:off x="1356325" y="4359650"/>
              <a:ext cx="23064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1600"/>
                </a:spcAft>
                <a:buClr>
                  <a:srgbClr val="000000"/>
                </a:buClr>
                <a:buSzPts val="1600"/>
                <a:buFont typeface="Arial"/>
                <a:buNone/>
              </a:pPr>
              <a:r>
                <a:rPr lang="en" sz="1600" b="1" i="0" u="none" strike="noStrike" cap="none">
                  <a:solidFill>
                    <a:schemeClr val="dk1"/>
                  </a:solidFill>
                  <a:latin typeface="Montserrat"/>
                  <a:ea typeface="Montserrat"/>
                  <a:cs typeface="Montserrat"/>
                  <a:sym typeface="Montserrat"/>
                </a:rPr>
                <a:t>Time </a:t>
              </a:r>
              <a:r>
                <a:rPr lang="en" sz="1600" b="0" i="0" u="none" strike="noStrike" cap="none">
                  <a:solidFill>
                    <a:schemeClr val="dk1"/>
                  </a:solidFill>
                  <a:latin typeface="Montserrat"/>
                  <a:ea typeface="Montserrat"/>
                  <a:cs typeface="Montserrat"/>
                  <a:sym typeface="Montserrat"/>
                </a:rPr>
                <a:t>needed to scrape data</a:t>
              </a:r>
              <a:endParaRPr sz="1400" b="0" i="0" u="none" strike="noStrike" cap="none">
                <a:solidFill>
                  <a:srgbClr val="000000"/>
                </a:solidFill>
                <a:latin typeface="Montserrat"/>
                <a:ea typeface="Montserrat"/>
                <a:cs typeface="Montserrat"/>
                <a:sym typeface="Montserrat"/>
              </a:endParaRPr>
            </a:p>
          </p:txBody>
        </p:sp>
        <p:sp>
          <p:nvSpPr>
            <p:cNvPr id="618" name="Google Shape;618;p85"/>
            <p:cNvSpPr/>
            <p:nvPr/>
          </p:nvSpPr>
          <p:spPr>
            <a:xfrm>
              <a:off x="1801823" y="2972979"/>
              <a:ext cx="1415407" cy="1386662"/>
            </a:xfrm>
            <a:prstGeom prst="ellipse">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19" name="Google Shape;619;p85"/>
            <p:cNvPicPr preferRelativeResize="0"/>
            <p:nvPr/>
          </p:nvPicPr>
          <p:blipFill rotWithShape="1">
            <a:blip r:embed="rId4">
              <a:alphaModFix/>
            </a:blip>
            <a:srcRect/>
            <a:stretch/>
          </p:blipFill>
          <p:spPr>
            <a:xfrm>
              <a:off x="2019903" y="3181607"/>
              <a:ext cx="979253" cy="9694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86"/>
          <p:cNvSpPr txBox="1">
            <a:spLocks noGrp="1"/>
          </p:cNvSpPr>
          <p:nvPr>
            <p:ph type="title"/>
          </p:nvPr>
        </p:nvSpPr>
        <p:spPr>
          <a:xfrm>
            <a:off x="713225" y="2404125"/>
            <a:ext cx="44625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a:t>Analytics </a:t>
            </a:r>
            <a:endParaRPr/>
          </a:p>
        </p:txBody>
      </p:sp>
      <p:sp>
        <p:nvSpPr>
          <p:cNvPr id="625" name="Google Shape;625;p86"/>
          <p:cNvSpPr txBox="1">
            <a:spLocks noGrp="1"/>
          </p:cNvSpPr>
          <p:nvPr>
            <p:ph type="subTitle" idx="1"/>
          </p:nvPr>
        </p:nvSpPr>
        <p:spPr>
          <a:xfrm>
            <a:off x="713225" y="3473050"/>
            <a:ext cx="4462500" cy="67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rPr>
              <a:t>Approaches, Insights</a:t>
            </a:r>
            <a:endParaRPr>
              <a:solidFill>
                <a:schemeClr val="dk1"/>
              </a:solidFill>
            </a:endParaRPr>
          </a:p>
        </p:txBody>
      </p:sp>
      <p:sp>
        <p:nvSpPr>
          <p:cNvPr id="626" name="Google Shape;626;p86"/>
          <p:cNvSpPr txBox="1">
            <a:spLocks noGrp="1"/>
          </p:cNvSpPr>
          <p:nvPr>
            <p:ph type="title" idx="2"/>
          </p:nvPr>
        </p:nvSpPr>
        <p:spPr>
          <a:xfrm>
            <a:off x="713300" y="1262325"/>
            <a:ext cx="4462500" cy="1141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7200"/>
              <a:buNone/>
            </a:pPr>
            <a:r>
              <a:rPr lang="en"/>
              <a:t>03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87"/>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Approach</a:t>
            </a:r>
            <a:endParaRPr/>
          </a:p>
        </p:txBody>
      </p:sp>
      <p:sp>
        <p:nvSpPr>
          <p:cNvPr id="632" name="Google Shape;632;p87"/>
          <p:cNvSpPr txBox="1">
            <a:spLocks noGrp="1"/>
          </p:cNvSpPr>
          <p:nvPr>
            <p:ph type="body" idx="1"/>
          </p:nvPr>
        </p:nvSpPr>
        <p:spPr>
          <a:xfrm>
            <a:off x="713225" y="2371675"/>
            <a:ext cx="2987100" cy="127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2"/>
                </a:solidFill>
              </a:rPr>
              <a:t>Correlation </a:t>
            </a:r>
            <a:r>
              <a:rPr lang="en"/>
              <a:t>between sentimental analysis ⇔ </a:t>
            </a:r>
            <a:endParaRPr/>
          </a:p>
          <a:p>
            <a:pPr marL="0" lvl="0" indent="0" algn="l" rtl="0">
              <a:lnSpc>
                <a:spcPct val="115000"/>
              </a:lnSpc>
              <a:spcBef>
                <a:spcPts val="0"/>
              </a:spcBef>
              <a:spcAft>
                <a:spcPts val="0"/>
              </a:spcAft>
              <a:buClr>
                <a:schemeClr val="dk1"/>
              </a:buClr>
              <a:buSzPts val="1100"/>
              <a:buFont typeface="Arial"/>
              <a:buNone/>
            </a:pPr>
            <a:r>
              <a:rPr lang="en"/>
              <a:t>stock market prices/volumes</a:t>
            </a:r>
            <a:endParaRPr/>
          </a:p>
        </p:txBody>
      </p:sp>
      <p:sp>
        <p:nvSpPr>
          <p:cNvPr id="633" name="Google Shape;633;p87"/>
          <p:cNvSpPr txBox="1">
            <a:spLocks noGrp="1"/>
          </p:cNvSpPr>
          <p:nvPr>
            <p:ph type="body" idx="2"/>
          </p:nvPr>
        </p:nvSpPr>
        <p:spPr>
          <a:xfrm>
            <a:off x="3733800" y="2371675"/>
            <a:ext cx="2904300" cy="127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2"/>
                </a:solidFill>
              </a:rPr>
              <a:t>Prediction </a:t>
            </a:r>
            <a:r>
              <a:rPr lang="en"/>
              <a:t>of stock prices using time-series machine learning models</a:t>
            </a:r>
            <a:endParaRPr/>
          </a:p>
        </p:txBody>
      </p:sp>
      <p:sp>
        <p:nvSpPr>
          <p:cNvPr id="634" name="Google Shape;634;p87"/>
          <p:cNvSpPr txBox="1">
            <a:spLocks noGrp="1"/>
          </p:cNvSpPr>
          <p:nvPr>
            <p:ph type="subTitle" idx="3"/>
          </p:nvPr>
        </p:nvSpPr>
        <p:spPr>
          <a:xfrm>
            <a:off x="713225" y="1925800"/>
            <a:ext cx="2987100" cy="47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600"/>
              </a:spcAft>
              <a:buSzPts val="1800"/>
              <a:buNone/>
            </a:pPr>
            <a:r>
              <a:rPr lang="en"/>
              <a:t>Sentimental Analysis</a:t>
            </a:r>
            <a:endParaRPr/>
          </a:p>
        </p:txBody>
      </p:sp>
      <p:sp>
        <p:nvSpPr>
          <p:cNvPr id="635" name="Google Shape;635;p87"/>
          <p:cNvSpPr txBox="1">
            <a:spLocks noGrp="1"/>
          </p:cNvSpPr>
          <p:nvPr>
            <p:ph type="subTitle" idx="4"/>
          </p:nvPr>
        </p:nvSpPr>
        <p:spPr>
          <a:xfrm>
            <a:off x="3733800" y="1925800"/>
            <a:ext cx="2987100" cy="47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600"/>
              </a:spcAft>
              <a:buSzPts val="1800"/>
              <a:buNone/>
            </a:pPr>
            <a:r>
              <a:rPr lang="en"/>
              <a:t>Technical Analysis</a:t>
            </a:r>
            <a:endParaRPr/>
          </a:p>
        </p:txBody>
      </p:sp>
      <p:sp>
        <p:nvSpPr>
          <p:cNvPr id="636" name="Google Shape;636;p87"/>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87"/>
          <p:cNvSpPr/>
          <p:nvPr/>
        </p:nvSpPr>
        <p:spPr>
          <a:xfrm>
            <a:off x="6304500" y="0"/>
            <a:ext cx="1216200" cy="2051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88"/>
          <p:cNvSpPr/>
          <p:nvPr/>
        </p:nvSpPr>
        <p:spPr>
          <a:xfrm>
            <a:off x="5399775" y="1246373"/>
            <a:ext cx="3026400" cy="765900"/>
          </a:xfrm>
          <a:prstGeom prst="homePlate">
            <a:avLst>
              <a:gd name="adj" fmla="val 50000"/>
            </a:avLst>
          </a:prstGeom>
          <a:solidFill>
            <a:schemeClr val="dk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88"/>
          <p:cNvSpPr/>
          <p:nvPr/>
        </p:nvSpPr>
        <p:spPr>
          <a:xfrm>
            <a:off x="3093575" y="1246373"/>
            <a:ext cx="3026400" cy="765900"/>
          </a:xfrm>
          <a:prstGeom prst="homePlate">
            <a:avLst>
              <a:gd name="adj" fmla="val 50000"/>
            </a:avLst>
          </a:prstGeom>
          <a:solidFill>
            <a:schemeClr val="dk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88"/>
          <p:cNvSpPr txBox="1">
            <a:spLocks noGrp="1"/>
          </p:cNvSpPr>
          <p:nvPr>
            <p:ph type="title"/>
          </p:nvPr>
        </p:nvSpPr>
        <p:spPr>
          <a:xfrm>
            <a:off x="717800" y="383175"/>
            <a:ext cx="7708200" cy="64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Analysis steps</a:t>
            </a:r>
            <a:endParaRPr/>
          </a:p>
        </p:txBody>
      </p:sp>
      <p:sp>
        <p:nvSpPr>
          <p:cNvPr id="645" name="Google Shape;645;p88"/>
          <p:cNvSpPr/>
          <p:nvPr/>
        </p:nvSpPr>
        <p:spPr>
          <a:xfrm>
            <a:off x="641675" y="1246373"/>
            <a:ext cx="3026400" cy="765900"/>
          </a:xfrm>
          <a:prstGeom prst="homePlate">
            <a:avLst>
              <a:gd name="adj" fmla="val 50000"/>
            </a:avLst>
          </a:prstGeom>
          <a:solidFill>
            <a:schemeClr val="dk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88"/>
          <p:cNvSpPr txBox="1">
            <a:spLocks noGrp="1"/>
          </p:cNvSpPr>
          <p:nvPr>
            <p:ph type="subTitle" idx="4294967295"/>
          </p:nvPr>
        </p:nvSpPr>
        <p:spPr>
          <a:xfrm>
            <a:off x="1154752" y="1397324"/>
            <a:ext cx="1734900" cy="35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Data</a:t>
            </a:r>
            <a:endParaRPr sz="1800" b="1" i="0" u="none" strike="noStrike" cap="none">
              <a:solidFill>
                <a:schemeClr val="lt1"/>
              </a:solidFill>
              <a:latin typeface="Montserrat"/>
              <a:ea typeface="Montserrat"/>
              <a:cs typeface="Montserrat"/>
              <a:sym typeface="Montserrat"/>
            </a:endParaRPr>
          </a:p>
        </p:txBody>
      </p:sp>
      <p:sp>
        <p:nvSpPr>
          <p:cNvPr id="647" name="Google Shape;647;p88"/>
          <p:cNvSpPr txBox="1">
            <a:spLocks noGrp="1"/>
          </p:cNvSpPr>
          <p:nvPr>
            <p:ph type="subTitle" idx="4294967295"/>
          </p:nvPr>
        </p:nvSpPr>
        <p:spPr>
          <a:xfrm>
            <a:off x="3820573" y="1397324"/>
            <a:ext cx="1734900" cy="35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Models</a:t>
            </a:r>
            <a:endParaRPr sz="1800" b="1" i="0" u="none" strike="noStrike" cap="none">
              <a:solidFill>
                <a:schemeClr val="lt1"/>
              </a:solidFill>
              <a:latin typeface="Montserrat"/>
              <a:ea typeface="Montserrat"/>
              <a:cs typeface="Montserrat"/>
              <a:sym typeface="Montserrat"/>
            </a:endParaRPr>
          </a:p>
        </p:txBody>
      </p:sp>
      <p:sp>
        <p:nvSpPr>
          <p:cNvPr id="648" name="Google Shape;648;p88"/>
          <p:cNvSpPr txBox="1">
            <a:spLocks noGrp="1"/>
          </p:cNvSpPr>
          <p:nvPr>
            <p:ph type="subTitle" idx="4294967295"/>
          </p:nvPr>
        </p:nvSpPr>
        <p:spPr>
          <a:xfrm>
            <a:off x="6253967" y="1397324"/>
            <a:ext cx="1734900" cy="35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Result</a:t>
            </a:r>
            <a:endParaRPr sz="1800" b="1" i="0" u="none" strike="noStrike" cap="none">
              <a:solidFill>
                <a:schemeClr val="lt1"/>
              </a:solidFill>
              <a:latin typeface="Montserrat"/>
              <a:ea typeface="Montserrat"/>
              <a:cs typeface="Montserrat"/>
              <a:sym typeface="Montserrat"/>
            </a:endParaRPr>
          </a:p>
        </p:txBody>
      </p:sp>
      <p:sp>
        <p:nvSpPr>
          <p:cNvPr id="649" name="Google Shape;649;p88"/>
          <p:cNvSpPr txBox="1">
            <a:spLocks noGrp="1"/>
          </p:cNvSpPr>
          <p:nvPr>
            <p:ph type="subTitle" idx="4294967295"/>
          </p:nvPr>
        </p:nvSpPr>
        <p:spPr>
          <a:xfrm>
            <a:off x="641675" y="2104625"/>
            <a:ext cx="2544900" cy="28752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accent1"/>
              </a:buClr>
              <a:buSzPts val="1300"/>
              <a:buFont typeface="Montserrat"/>
              <a:buChar char="●"/>
            </a:pPr>
            <a:r>
              <a:rPr lang="en" sz="1300" b="0" i="0" u="none" strike="noStrike" cap="none">
                <a:solidFill>
                  <a:schemeClr val="dk2"/>
                </a:solidFill>
                <a:latin typeface="Montserrat"/>
                <a:ea typeface="Montserrat"/>
                <a:cs typeface="Montserrat"/>
                <a:sym typeface="Montserrat"/>
              </a:rPr>
              <a:t>Select</a:t>
            </a:r>
            <a:r>
              <a:rPr lang="en" sz="1300" b="0" i="0" u="none" strike="noStrike" cap="none">
                <a:solidFill>
                  <a:schemeClr val="dk1"/>
                </a:solidFill>
                <a:latin typeface="Montserrat"/>
                <a:ea typeface="Montserrat"/>
                <a:cs typeface="Montserrat"/>
                <a:sym typeface="Montserrat"/>
              </a:rPr>
              <a:t> stocks for analysis</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ETFs</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Small Cap stocks</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Big Cap stocks</a:t>
            </a:r>
            <a:endParaRPr sz="13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2"/>
              </a:buClr>
              <a:buSzPts val="1800"/>
              <a:buFont typeface="Montserrat"/>
              <a:buNone/>
            </a:pPr>
            <a:endParaRPr sz="500" b="0" i="0" u="none" strike="noStrike" cap="none">
              <a:solidFill>
                <a:schemeClr val="dk1"/>
              </a:solidFill>
              <a:latin typeface="Montserrat"/>
              <a:ea typeface="Montserrat"/>
              <a:cs typeface="Montserrat"/>
              <a:sym typeface="Montserrat"/>
            </a:endParaRPr>
          </a:p>
          <a:p>
            <a:pPr marL="457200" marR="0" lvl="0" indent="-311150" algn="l" rtl="0">
              <a:lnSpc>
                <a:spcPct val="115000"/>
              </a:lnSpc>
              <a:spcBef>
                <a:spcPts val="0"/>
              </a:spcBef>
              <a:spcAft>
                <a:spcPts val="0"/>
              </a:spcAft>
              <a:buClr>
                <a:schemeClr val="dk2"/>
              </a:buClr>
              <a:buSzPts val="1300"/>
              <a:buFont typeface="Montserrat"/>
              <a:buChar char="●"/>
            </a:pPr>
            <a:r>
              <a:rPr lang="en" sz="1300" b="0" i="0" u="none" strike="noStrike" cap="none">
                <a:solidFill>
                  <a:schemeClr val="dk2"/>
                </a:solidFill>
                <a:latin typeface="Montserrat"/>
                <a:ea typeface="Montserrat"/>
                <a:cs typeface="Montserrat"/>
                <a:sym typeface="Montserrat"/>
              </a:rPr>
              <a:t>Scraping</a:t>
            </a:r>
            <a:r>
              <a:rPr lang="en" sz="1300" b="0" i="0" u="none" strike="noStrike" cap="none">
                <a:solidFill>
                  <a:schemeClr val="dk1"/>
                </a:solidFill>
                <a:latin typeface="Montserrat"/>
                <a:ea typeface="Montserrat"/>
                <a:cs typeface="Montserrat"/>
                <a:sym typeface="Montserrat"/>
              </a:rPr>
              <a:t> from 4 media platforms</a:t>
            </a:r>
            <a:endParaRPr sz="13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2"/>
              </a:buClr>
              <a:buSzPts val="1800"/>
              <a:buFont typeface="Montserrat"/>
              <a:buNone/>
            </a:pPr>
            <a:endParaRPr sz="500" b="0" i="0" u="none" strike="noStrike" cap="none">
              <a:solidFill>
                <a:schemeClr val="dk1"/>
              </a:solidFill>
              <a:latin typeface="Montserrat"/>
              <a:ea typeface="Montserrat"/>
              <a:cs typeface="Montserrat"/>
              <a:sym typeface="Montserrat"/>
            </a:endParaRPr>
          </a:p>
          <a:p>
            <a:pPr marL="457200" marR="0" lvl="0" indent="-311150" algn="l" rtl="0">
              <a:lnSpc>
                <a:spcPct val="115000"/>
              </a:lnSpc>
              <a:spcBef>
                <a:spcPts val="0"/>
              </a:spcBef>
              <a:spcAft>
                <a:spcPts val="0"/>
              </a:spcAft>
              <a:buClr>
                <a:schemeClr val="dk2"/>
              </a:buClr>
              <a:buSzPts val="1300"/>
              <a:buFont typeface="Montserrat"/>
              <a:buChar char="●"/>
            </a:pPr>
            <a:r>
              <a:rPr lang="en" sz="1300" b="0" i="0" u="none" strike="noStrike" cap="none">
                <a:solidFill>
                  <a:srgbClr val="000000"/>
                </a:solidFill>
                <a:latin typeface="Montserrat"/>
                <a:ea typeface="Montserrat"/>
                <a:cs typeface="Montserrat"/>
                <a:sym typeface="Montserrat"/>
              </a:rPr>
              <a:t>Preliminary</a:t>
            </a:r>
            <a:r>
              <a:rPr lang="en" sz="1300" b="0" i="0" u="none" strike="noStrike" cap="none">
                <a:solidFill>
                  <a:schemeClr val="dk1"/>
                </a:solidFill>
                <a:latin typeface="Montserrat"/>
                <a:ea typeface="Montserrat"/>
                <a:cs typeface="Montserrat"/>
                <a:sym typeface="Montserrat"/>
              </a:rPr>
              <a:t> data </a:t>
            </a:r>
            <a:r>
              <a:rPr lang="en" sz="1300" b="0" i="0" u="none" strike="noStrike" cap="none">
                <a:solidFill>
                  <a:schemeClr val="dk2"/>
                </a:solidFill>
                <a:latin typeface="Montserrat"/>
                <a:ea typeface="Montserrat"/>
                <a:cs typeface="Montserrat"/>
                <a:sym typeface="Montserrat"/>
              </a:rPr>
              <a:t>cleaning</a:t>
            </a:r>
            <a:r>
              <a:rPr lang="en" sz="1300" b="0" i="0" u="none" strike="noStrike" cap="none">
                <a:solidFill>
                  <a:schemeClr val="dk1"/>
                </a:solidFill>
                <a:latin typeface="Montserrat"/>
                <a:ea typeface="Montserrat"/>
                <a:cs typeface="Montserrat"/>
                <a:sym typeface="Montserrat"/>
              </a:rPr>
              <a:t> &amp; analysis </a:t>
            </a:r>
            <a:endParaRPr sz="13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2"/>
              </a:buClr>
              <a:buSzPts val="1800"/>
              <a:buFont typeface="Montserrat"/>
              <a:buNone/>
            </a:pPr>
            <a:endParaRPr sz="13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500"/>
              </a:spcBef>
              <a:spcAft>
                <a:spcPts val="0"/>
              </a:spcAft>
              <a:buClr>
                <a:schemeClr val="dk2"/>
              </a:buClr>
              <a:buSzPts val="1800"/>
              <a:buFont typeface="Montserrat"/>
              <a:buNone/>
            </a:pPr>
            <a:endParaRPr sz="1300" b="0" i="0" u="none" strike="noStrike" cap="none">
              <a:solidFill>
                <a:srgbClr val="FF0000"/>
              </a:solidFill>
              <a:highlight>
                <a:srgbClr val="00FFFF"/>
              </a:highlight>
              <a:latin typeface="Montserrat"/>
              <a:ea typeface="Montserrat"/>
              <a:cs typeface="Montserrat"/>
              <a:sym typeface="Montserrat"/>
            </a:endParaRPr>
          </a:p>
        </p:txBody>
      </p:sp>
      <p:sp>
        <p:nvSpPr>
          <p:cNvPr id="650" name="Google Shape;650;p88"/>
          <p:cNvSpPr txBox="1">
            <a:spLocks noGrp="1"/>
          </p:cNvSpPr>
          <p:nvPr>
            <p:ph type="subTitle" idx="4294967295"/>
          </p:nvPr>
        </p:nvSpPr>
        <p:spPr>
          <a:xfrm>
            <a:off x="3136675" y="2104625"/>
            <a:ext cx="2768100" cy="28752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accent1"/>
              </a:buClr>
              <a:buSzPts val="1300"/>
              <a:buFont typeface="Montserrat"/>
              <a:buChar char="●"/>
            </a:pPr>
            <a:r>
              <a:rPr lang="en" sz="1300" b="0" i="0" u="none" strike="noStrike" cap="none">
                <a:solidFill>
                  <a:schemeClr val="dk2"/>
                </a:solidFill>
                <a:latin typeface="Montserrat"/>
                <a:ea typeface="Montserrat"/>
                <a:cs typeface="Montserrat"/>
                <a:sym typeface="Montserrat"/>
              </a:rPr>
              <a:t>Sentiment </a:t>
            </a:r>
            <a:r>
              <a:rPr lang="en" sz="1300" b="0" i="0" u="none" strike="noStrike" cap="none">
                <a:solidFill>
                  <a:schemeClr val="dk1"/>
                </a:solidFill>
                <a:latin typeface="Montserrat"/>
                <a:ea typeface="Montserrat"/>
                <a:cs typeface="Montserrat"/>
                <a:sym typeface="Montserrat"/>
              </a:rPr>
              <a:t>analysis to get sentiment scores</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Finbert</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Vader</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Flair</a:t>
            </a:r>
            <a:endParaRPr sz="1300" b="0" i="0" u="none" strike="noStrike" cap="none">
              <a:solidFill>
                <a:schemeClr val="dk1"/>
              </a:solidFill>
              <a:latin typeface="Montserrat"/>
              <a:ea typeface="Montserrat"/>
              <a:cs typeface="Montserrat"/>
              <a:sym typeface="Montserrat"/>
            </a:endParaRPr>
          </a:p>
          <a:p>
            <a:pPr marL="457200" marR="0" lvl="0" indent="-311150" algn="l" rtl="0">
              <a:lnSpc>
                <a:spcPct val="115000"/>
              </a:lnSpc>
              <a:spcBef>
                <a:spcPts val="1000"/>
              </a:spcBef>
              <a:spcAft>
                <a:spcPts val="0"/>
              </a:spcAft>
              <a:buClr>
                <a:schemeClr val="accent1"/>
              </a:buClr>
              <a:buSzPts val="1300"/>
              <a:buFont typeface="Montserrat"/>
              <a:buChar char="●"/>
            </a:pPr>
            <a:r>
              <a:rPr lang="en" sz="1300" b="0" i="0" u="none" strike="noStrike" cap="none">
                <a:solidFill>
                  <a:schemeClr val="dk2"/>
                </a:solidFill>
                <a:latin typeface="Montserrat"/>
                <a:ea typeface="Montserrat"/>
                <a:cs typeface="Montserrat"/>
                <a:sym typeface="Montserrat"/>
              </a:rPr>
              <a:t>Predict</a:t>
            </a:r>
            <a:r>
              <a:rPr lang="en" sz="1300" b="0" i="0" u="none" strike="noStrike" cap="none">
                <a:solidFill>
                  <a:schemeClr val="dk1"/>
                </a:solidFill>
                <a:latin typeface="Montserrat"/>
                <a:ea typeface="Montserrat"/>
                <a:cs typeface="Montserrat"/>
                <a:sym typeface="Montserrat"/>
              </a:rPr>
              <a:t> future prices </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Arima</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Auto Arima</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Linear Regression</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LSTM</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00000"/>
              </a:lnSpc>
              <a:spcBef>
                <a:spcPts val="0"/>
              </a:spcBef>
              <a:spcAft>
                <a:spcPts val="1000"/>
              </a:spcAft>
              <a:buClr>
                <a:schemeClr val="dk1"/>
              </a:buClr>
              <a:buSzPts val="1300"/>
              <a:buFont typeface="Montserrat"/>
              <a:buChar char="○"/>
            </a:pPr>
            <a:r>
              <a:rPr lang="en" sz="1300" b="0" i="0" u="none" strike="noStrike" cap="none">
                <a:solidFill>
                  <a:schemeClr val="dk1"/>
                </a:solidFill>
                <a:latin typeface="Montserrat"/>
                <a:ea typeface="Montserrat"/>
                <a:cs typeface="Montserrat"/>
                <a:sym typeface="Montserrat"/>
              </a:rPr>
              <a:t>Prophet</a:t>
            </a:r>
            <a:endParaRPr sz="1300" b="0" i="0" u="none" strike="noStrike" cap="none">
              <a:solidFill>
                <a:schemeClr val="dk1"/>
              </a:solidFill>
              <a:latin typeface="Montserrat"/>
              <a:ea typeface="Montserrat"/>
              <a:cs typeface="Montserrat"/>
              <a:sym typeface="Montserrat"/>
            </a:endParaRPr>
          </a:p>
        </p:txBody>
      </p:sp>
      <p:sp>
        <p:nvSpPr>
          <p:cNvPr id="651" name="Google Shape;651;p88"/>
          <p:cNvSpPr txBox="1">
            <a:spLocks noGrp="1"/>
          </p:cNvSpPr>
          <p:nvPr>
            <p:ph type="subTitle" idx="4294967295"/>
          </p:nvPr>
        </p:nvSpPr>
        <p:spPr>
          <a:xfrm>
            <a:off x="5904775" y="2114175"/>
            <a:ext cx="2433300" cy="28752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accent1"/>
              </a:buClr>
              <a:buSzPts val="1300"/>
              <a:buFont typeface="Montserrat"/>
              <a:buChar char="●"/>
            </a:pPr>
            <a:r>
              <a:rPr lang="en" sz="1300" b="0" i="0" u="none" strike="noStrike" cap="none">
                <a:solidFill>
                  <a:schemeClr val="dk2"/>
                </a:solidFill>
                <a:latin typeface="Montserrat"/>
                <a:ea typeface="Montserrat"/>
                <a:cs typeface="Montserrat"/>
                <a:sym typeface="Montserrat"/>
              </a:rPr>
              <a:t>Correlation </a:t>
            </a:r>
            <a:r>
              <a:rPr lang="en" sz="1300" b="0" i="0" u="none" strike="noStrike" cap="none">
                <a:solidFill>
                  <a:schemeClr val="dk1"/>
                </a:solidFill>
                <a:latin typeface="Montserrat"/>
                <a:ea typeface="Montserrat"/>
                <a:cs typeface="Montserrat"/>
                <a:sym typeface="Montserrat"/>
              </a:rPr>
              <a:t>analysis with price and volume</a:t>
            </a:r>
            <a:endParaRPr sz="1300" b="0" i="0" u="none" strike="noStrike" cap="none">
              <a:solidFill>
                <a:schemeClr val="dk1"/>
              </a:solidFill>
              <a:highlight>
                <a:srgbClr val="00FFFF"/>
              </a:highlight>
              <a:latin typeface="Montserrat"/>
              <a:ea typeface="Montserrat"/>
              <a:cs typeface="Montserrat"/>
              <a:sym typeface="Montserrat"/>
            </a:endParaRPr>
          </a:p>
          <a:p>
            <a:pPr marL="457200" marR="0" lvl="0" indent="-311150" algn="l" rtl="0">
              <a:lnSpc>
                <a:spcPct val="115000"/>
              </a:lnSpc>
              <a:spcBef>
                <a:spcPts val="1000"/>
              </a:spcBef>
              <a:spcAft>
                <a:spcPts val="0"/>
              </a:spcAft>
              <a:buClr>
                <a:schemeClr val="accent1"/>
              </a:buClr>
              <a:buSzPts val="1300"/>
              <a:buFont typeface="Montserrat"/>
              <a:buChar char="●"/>
            </a:pPr>
            <a:r>
              <a:rPr lang="en" sz="1300" b="0" i="0" u="none" strike="noStrike" cap="none">
                <a:solidFill>
                  <a:schemeClr val="dk1"/>
                </a:solidFill>
                <a:latin typeface="Montserrat"/>
                <a:ea typeface="Montserrat"/>
                <a:cs typeface="Montserrat"/>
                <a:sym typeface="Montserrat"/>
              </a:rPr>
              <a:t>Summarize &amp; interpret results for decision making</a:t>
            </a:r>
            <a:endParaRPr sz="1300" b="0" i="0" u="none" strike="noStrike" cap="none">
              <a:solidFill>
                <a:schemeClr val="dk1"/>
              </a:solidFill>
              <a:latin typeface="Montserrat"/>
              <a:ea typeface="Montserrat"/>
              <a:cs typeface="Montserrat"/>
              <a:sym typeface="Montserrat"/>
            </a:endParaRPr>
          </a:p>
          <a:p>
            <a:pPr marL="914400" marR="0" lvl="1" indent="-311150" algn="l" rtl="0">
              <a:lnSpc>
                <a:spcPct val="115000"/>
              </a:lnSpc>
              <a:spcBef>
                <a:spcPts val="0"/>
              </a:spcBef>
              <a:spcAft>
                <a:spcPts val="1000"/>
              </a:spcAft>
              <a:buClr>
                <a:srgbClr val="000000"/>
              </a:buClr>
              <a:buSzPts val="1300"/>
              <a:buFont typeface="Montserrat"/>
              <a:buChar char="○"/>
            </a:pPr>
            <a:r>
              <a:rPr lang="en" sz="1300" b="0" i="0" u="none" strike="noStrike" cap="none">
                <a:solidFill>
                  <a:schemeClr val="dk2"/>
                </a:solidFill>
                <a:latin typeface="Montserrat"/>
                <a:ea typeface="Montserrat"/>
                <a:cs typeface="Montserrat"/>
                <a:sym typeface="Montserrat"/>
              </a:rPr>
              <a:t>Decision tree</a:t>
            </a:r>
            <a:endParaRPr sz="1300" b="0" i="0" u="none" strike="noStrike" cap="none">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89"/>
          <p:cNvSpPr/>
          <p:nvPr/>
        </p:nvSpPr>
        <p:spPr>
          <a:xfrm>
            <a:off x="3595750" y="3773250"/>
            <a:ext cx="2044200" cy="1125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57" name="Google Shape;657;p89"/>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Choice of Analytics Approach &amp; Insights</a:t>
            </a:r>
            <a:endParaRPr/>
          </a:p>
        </p:txBody>
      </p:sp>
      <p:sp>
        <p:nvSpPr>
          <p:cNvPr id="658" name="Google Shape;658;p89"/>
          <p:cNvSpPr/>
          <p:nvPr/>
        </p:nvSpPr>
        <p:spPr>
          <a:xfrm>
            <a:off x="1429550" y="1312200"/>
            <a:ext cx="2044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89"/>
          <p:cNvSpPr txBox="1">
            <a:spLocks noGrp="1"/>
          </p:cNvSpPr>
          <p:nvPr>
            <p:ph type="subTitle" idx="4294967295"/>
          </p:nvPr>
        </p:nvSpPr>
        <p:spPr>
          <a:xfrm>
            <a:off x="1609825" y="1486800"/>
            <a:ext cx="1674300" cy="42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Finbert</a:t>
            </a:r>
            <a:endParaRPr sz="1800" b="1" i="0" u="none" strike="noStrike" cap="none">
              <a:solidFill>
                <a:schemeClr val="lt1"/>
              </a:solidFill>
              <a:latin typeface="Montserrat"/>
              <a:ea typeface="Montserrat"/>
              <a:cs typeface="Montserrat"/>
              <a:sym typeface="Montserrat"/>
            </a:endParaRPr>
          </a:p>
        </p:txBody>
      </p:sp>
      <p:sp>
        <p:nvSpPr>
          <p:cNvPr id="660" name="Google Shape;660;p89"/>
          <p:cNvSpPr/>
          <p:nvPr/>
        </p:nvSpPr>
        <p:spPr>
          <a:xfrm>
            <a:off x="889875" y="1312200"/>
            <a:ext cx="406200" cy="23082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89"/>
          <p:cNvSpPr txBox="1">
            <a:spLocks noGrp="1"/>
          </p:cNvSpPr>
          <p:nvPr>
            <p:ph type="subTitle" idx="4294967295"/>
          </p:nvPr>
        </p:nvSpPr>
        <p:spPr>
          <a:xfrm rot="-5400447">
            <a:off x="-61213" y="2181000"/>
            <a:ext cx="2308200" cy="49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2"/>
              </a:buClr>
              <a:buSzPts val="1800"/>
              <a:buFont typeface="Montserrat"/>
              <a:buNone/>
            </a:pPr>
            <a:r>
              <a:rPr lang="en" sz="1700" b="0" i="0" u="none" strike="noStrike" cap="none">
                <a:solidFill>
                  <a:schemeClr val="lt1"/>
                </a:solidFill>
                <a:latin typeface="Montserrat"/>
                <a:ea typeface="Montserrat"/>
                <a:cs typeface="Montserrat"/>
                <a:sym typeface="Montserrat"/>
              </a:rPr>
              <a:t>Sentiment Models</a:t>
            </a:r>
            <a:endParaRPr sz="1700" b="0" i="0" u="none" strike="noStrike" cap="none">
              <a:solidFill>
                <a:schemeClr val="lt1"/>
              </a:solidFill>
              <a:latin typeface="Montserrat"/>
              <a:ea typeface="Montserrat"/>
              <a:cs typeface="Montserrat"/>
              <a:sym typeface="Montserrat"/>
            </a:endParaRPr>
          </a:p>
        </p:txBody>
      </p:sp>
      <p:sp>
        <p:nvSpPr>
          <p:cNvPr id="662" name="Google Shape;662;p89"/>
          <p:cNvSpPr/>
          <p:nvPr/>
        </p:nvSpPr>
        <p:spPr>
          <a:xfrm>
            <a:off x="1436225" y="2292975"/>
            <a:ext cx="2044200" cy="128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63" name="Google Shape;663;p89"/>
          <p:cNvSpPr txBox="1">
            <a:spLocks noGrp="1"/>
          </p:cNvSpPr>
          <p:nvPr>
            <p:ph type="subTitle" idx="4294967295"/>
          </p:nvPr>
        </p:nvSpPr>
        <p:spPr>
          <a:xfrm>
            <a:off x="1536325" y="2423800"/>
            <a:ext cx="1944000" cy="91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accent2"/>
                </a:solidFill>
                <a:latin typeface="Montserrat"/>
                <a:ea typeface="Montserrat"/>
                <a:cs typeface="Montserrat"/>
                <a:sym typeface="Montserrat"/>
              </a:rPr>
              <a:t>Pre-model with </a:t>
            </a:r>
            <a:r>
              <a:rPr lang="en" sz="1200" b="0" i="0" u="none" strike="noStrike" cap="none">
                <a:solidFill>
                  <a:schemeClr val="dk2"/>
                </a:solidFill>
                <a:latin typeface="Montserrat"/>
                <a:ea typeface="Montserrat"/>
                <a:cs typeface="Montserrat"/>
                <a:sym typeface="Montserrat"/>
              </a:rPr>
              <a:t>financial </a:t>
            </a:r>
            <a:r>
              <a:rPr lang="en" sz="1200" b="0" i="0" u="none" strike="noStrike" cap="none">
                <a:solidFill>
                  <a:schemeClr val="accent2"/>
                </a:solidFill>
                <a:latin typeface="Montserrat"/>
                <a:ea typeface="Montserrat"/>
                <a:cs typeface="Montserrat"/>
                <a:sym typeface="Montserrat"/>
              </a:rPr>
              <a:t>phrase bank dataset - implemented</a:t>
            </a:r>
            <a:endParaRPr sz="1200" b="0" i="0" u="none" strike="noStrike" cap="none">
              <a:solidFill>
                <a:schemeClr val="accent2"/>
              </a:solidFill>
              <a:latin typeface="Montserrat"/>
              <a:ea typeface="Montserrat"/>
              <a:cs typeface="Montserrat"/>
              <a:sym typeface="Montserrat"/>
            </a:endParaRPr>
          </a:p>
        </p:txBody>
      </p:sp>
      <p:sp>
        <p:nvSpPr>
          <p:cNvPr id="664" name="Google Shape;664;p89"/>
          <p:cNvSpPr/>
          <p:nvPr/>
        </p:nvSpPr>
        <p:spPr>
          <a:xfrm>
            <a:off x="3601025" y="1311388"/>
            <a:ext cx="2044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89"/>
          <p:cNvSpPr txBox="1">
            <a:spLocks noGrp="1"/>
          </p:cNvSpPr>
          <p:nvPr>
            <p:ph type="subTitle" idx="4294967295"/>
          </p:nvPr>
        </p:nvSpPr>
        <p:spPr>
          <a:xfrm>
            <a:off x="3781300" y="1485988"/>
            <a:ext cx="1674300" cy="42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Flair</a:t>
            </a:r>
            <a:endParaRPr sz="1800" b="1" i="0" u="none" strike="noStrike" cap="none">
              <a:solidFill>
                <a:schemeClr val="lt1"/>
              </a:solidFill>
              <a:latin typeface="Montserrat"/>
              <a:ea typeface="Montserrat"/>
              <a:cs typeface="Montserrat"/>
              <a:sym typeface="Montserrat"/>
            </a:endParaRPr>
          </a:p>
        </p:txBody>
      </p:sp>
      <p:sp>
        <p:nvSpPr>
          <p:cNvPr id="666" name="Google Shape;666;p89"/>
          <p:cNvSpPr/>
          <p:nvPr/>
        </p:nvSpPr>
        <p:spPr>
          <a:xfrm>
            <a:off x="3607700" y="2292175"/>
            <a:ext cx="2044200" cy="128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67" name="Google Shape;667;p89"/>
          <p:cNvSpPr txBox="1">
            <a:spLocks noGrp="1"/>
          </p:cNvSpPr>
          <p:nvPr>
            <p:ph type="subTitle" idx="4294967295"/>
          </p:nvPr>
        </p:nvSpPr>
        <p:spPr>
          <a:xfrm>
            <a:off x="3707800" y="2423001"/>
            <a:ext cx="1944000" cy="91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accent2"/>
                </a:solidFill>
                <a:latin typeface="Montserrat"/>
                <a:ea typeface="Montserrat"/>
                <a:cs typeface="Montserrat"/>
                <a:sym typeface="Montserrat"/>
              </a:rPr>
              <a:t>A standard natural language processing (</a:t>
            </a:r>
            <a:r>
              <a:rPr lang="en" sz="1200" b="0" i="0" u="none" strike="noStrike" cap="none">
                <a:solidFill>
                  <a:schemeClr val="dk2"/>
                </a:solidFill>
                <a:latin typeface="Montserrat"/>
                <a:ea typeface="Montserrat"/>
                <a:cs typeface="Montserrat"/>
                <a:sym typeface="Montserrat"/>
              </a:rPr>
              <a:t>NLP</a:t>
            </a:r>
            <a:r>
              <a:rPr lang="en" sz="1200" b="0" i="0" u="none" strike="noStrike" cap="none">
                <a:solidFill>
                  <a:schemeClr val="accent2"/>
                </a:solidFill>
                <a:latin typeface="Montserrat"/>
                <a:ea typeface="Montserrat"/>
                <a:cs typeface="Montserrat"/>
                <a:sym typeface="Montserrat"/>
              </a:rPr>
              <a:t>) model for text </a:t>
            </a:r>
            <a:endParaRPr sz="1200" b="0" i="0" u="none" strike="noStrike" cap="none">
              <a:solidFill>
                <a:schemeClr val="accent2"/>
              </a:solidFill>
              <a:latin typeface="Montserrat"/>
              <a:ea typeface="Montserrat"/>
              <a:cs typeface="Montserrat"/>
              <a:sym typeface="Montserrat"/>
            </a:endParaRPr>
          </a:p>
        </p:txBody>
      </p:sp>
      <p:sp>
        <p:nvSpPr>
          <p:cNvPr id="668" name="Google Shape;668;p89"/>
          <p:cNvSpPr/>
          <p:nvPr/>
        </p:nvSpPr>
        <p:spPr>
          <a:xfrm>
            <a:off x="5779175" y="1311375"/>
            <a:ext cx="2044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89"/>
          <p:cNvSpPr txBox="1">
            <a:spLocks noGrp="1"/>
          </p:cNvSpPr>
          <p:nvPr>
            <p:ph type="subTitle" idx="4294967295"/>
          </p:nvPr>
        </p:nvSpPr>
        <p:spPr>
          <a:xfrm>
            <a:off x="5959450" y="1485975"/>
            <a:ext cx="1674300" cy="42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Vader</a:t>
            </a:r>
            <a:endParaRPr sz="1800" b="1" i="0" u="none" strike="noStrike" cap="none">
              <a:solidFill>
                <a:schemeClr val="lt1"/>
              </a:solidFill>
              <a:latin typeface="Montserrat"/>
              <a:ea typeface="Montserrat"/>
              <a:cs typeface="Montserrat"/>
              <a:sym typeface="Montserrat"/>
            </a:endParaRPr>
          </a:p>
        </p:txBody>
      </p:sp>
      <p:sp>
        <p:nvSpPr>
          <p:cNvPr id="670" name="Google Shape;670;p89"/>
          <p:cNvSpPr/>
          <p:nvPr/>
        </p:nvSpPr>
        <p:spPr>
          <a:xfrm>
            <a:off x="1429800" y="3773250"/>
            <a:ext cx="2044200" cy="1125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71" name="Google Shape;671;p89"/>
          <p:cNvSpPr txBox="1">
            <a:spLocks noGrp="1"/>
          </p:cNvSpPr>
          <p:nvPr>
            <p:ph type="subTitle" idx="4294967295"/>
          </p:nvPr>
        </p:nvSpPr>
        <p:spPr>
          <a:xfrm>
            <a:off x="1505850" y="3811050"/>
            <a:ext cx="1944000" cy="77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200" b="0" i="0" u="none" strike="noStrike" cap="none">
                <a:solidFill>
                  <a:schemeClr val="accent2"/>
                </a:solidFill>
                <a:latin typeface="Montserrat"/>
                <a:ea typeface="Montserrat"/>
                <a:cs typeface="Montserrat"/>
                <a:sym typeface="Montserrat"/>
              </a:rPr>
              <a:t>Most </a:t>
            </a:r>
            <a:r>
              <a:rPr lang="en" sz="1200" b="0" i="0" u="none" strike="noStrike" cap="none">
                <a:solidFill>
                  <a:schemeClr val="dk2"/>
                </a:solidFill>
                <a:latin typeface="Montserrat"/>
                <a:ea typeface="Montserrat"/>
                <a:cs typeface="Montserrat"/>
                <a:sym typeface="Montserrat"/>
              </a:rPr>
              <a:t>interpretable </a:t>
            </a:r>
            <a:r>
              <a:rPr lang="en" sz="1200" b="0" i="0" u="none" strike="noStrike" cap="none">
                <a:solidFill>
                  <a:schemeClr val="accent2"/>
                </a:solidFill>
                <a:latin typeface="Montserrat"/>
                <a:ea typeface="Montserrat"/>
                <a:cs typeface="Montserrat"/>
                <a:sym typeface="Montserrat"/>
              </a:rPr>
              <a:t>correlation scores, due to financial pretrained terms</a:t>
            </a:r>
            <a:endParaRPr sz="1200" b="0" i="0" u="none" strike="noStrike" cap="none">
              <a:solidFill>
                <a:schemeClr val="accent2"/>
              </a:solidFill>
              <a:latin typeface="Montserrat"/>
              <a:ea typeface="Montserrat"/>
              <a:cs typeface="Montserrat"/>
              <a:sym typeface="Montserrat"/>
            </a:endParaRPr>
          </a:p>
        </p:txBody>
      </p:sp>
      <p:sp>
        <p:nvSpPr>
          <p:cNvPr id="672" name="Google Shape;672;p89"/>
          <p:cNvSpPr/>
          <p:nvPr/>
        </p:nvSpPr>
        <p:spPr>
          <a:xfrm>
            <a:off x="889900" y="3796050"/>
            <a:ext cx="406200" cy="11259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89"/>
          <p:cNvSpPr txBox="1">
            <a:spLocks noGrp="1"/>
          </p:cNvSpPr>
          <p:nvPr>
            <p:ph type="subTitle" idx="4294967295"/>
          </p:nvPr>
        </p:nvSpPr>
        <p:spPr>
          <a:xfrm rot="-5400000">
            <a:off x="538750" y="4086150"/>
            <a:ext cx="1125900" cy="49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2"/>
              </a:buClr>
              <a:buSzPts val="1800"/>
              <a:buFont typeface="Montserrat"/>
              <a:buNone/>
            </a:pPr>
            <a:r>
              <a:rPr lang="en" sz="1700" b="0" i="0" u="none" strike="noStrike" cap="none">
                <a:solidFill>
                  <a:schemeClr val="lt1"/>
                </a:solidFill>
                <a:latin typeface="Montserrat"/>
                <a:ea typeface="Montserrat"/>
                <a:cs typeface="Montserrat"/>
                <a:sym typeface="Montserrat"/>
              </a:rPr>
              <a:t>Insights</a:t>
            </a:r>
            <a:endParaRPr sz="1700" b="0" i="0" u="none" strike="noStrike" cap="none">
              <a:solidFill>
                <a:schemeClr val="lt1"/>
              </a:solidFill>
              <a:latin typeface="Montserrat"/>
              <a:ea typeface="Montserrat"/>
              <a:cs typeface="Montserrat"/>
              <a:sym typeface="Montserrat"/>
            </a:endParaRPr>
          </a:p>
        </p:txBody>
      </p:sp>
      <p:sp>
        <p:nvSpPr>
          <p:cNvPr id="674" name="Google Shape;674;p89"/>
          <p:cNvSpPr txBox="1">
            <a:spLocks noGrp="1"/>
          </p:cNvSpPr>
          <p:nvPr>
            <p:ph type="subTitle" idx="4294967295"/>
          </p:nvPr>
        </p:nvSpPr>
        <p:spPr>
          <a:xfrm>
            <a:off x="3709675" y="3774200"/>
            <a:ext cx="1944000" cy="77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200" b="0" i="0" u="none" strike="noStrike" cap="none">
                <a:solidFill>
                  <a:schemeClr val="dk1"/>
                </a:solidFill>
                <a:latin typeface="Montserrat"/>
                <a:ea typeface="Montserrat"/>
                <a:cs typeface="Montserrat"/>
                <a:sym typeface="Montserrat"/>
              </a:rPr>
              <a:t>Pre-trained models are </a:t>
            </a:r>
            <a:r>
              <a:rPr lang="en" sz="1200" b="0" i="0" u="none" strike="noStrike" cap="none">
                <a:solidFill>
                  <a:schemeClr val="dk2"/>
                </a:solidFill>
                <a:latin typeface="Montserrat"/>
                <a:ea typeface="Montserrat"/>
                <a:cs typeface="Montserrat"/>
                <a:sym typeface="Montserrat"/>
              </a:rPr>
              <a:t>not suitable</a:t>
            </a:r>
            <a:r>
              <a:rPr lang="en" sz="1200" b="0" i="0" u="none" strike="noStrike" cap="none">
                <a:solidFill>
                  <a:schemeClr val="dk1"/>
                </a:solidFill>
                <a:latin typeface="Montserrat"/>
                <a:ea typeface="Montserrat"/>
                <a:cs typeface="Montserrat"/>
                <a:sym typeface="Montserrat"/>
              </a:rPr>
              <a:t> for interpreting stock sentiments</a:t>
            </a:r>
            <a:endParaRPr sz="1200" b="0" i="0" u="none" strike="noStrike" cap="none">
              <a:solidFill>
                <a:schemeClr val="accent2"/>
              </a:solidFill>
              <a:latin typeface="Montserrat"/>
              <a:ea typeface="Montserrat"/>
              <a:cs typeface="Montserrat"/>
              <a:sym typeface="Montserrat"/>
            </a:endParaRPr>
          </a:p>
        </p:txBody>
      </p:sp>
      <p:sp>
        <p:nvSpPr>
          <p:cNvPr id="675" name="Google Shape;675;p89"/>
          <p:cNvSpPr/>
          <p:nvPr/>
        </p:nvSpPr>
        <p:spPr>
          <a:xfrm>
            <a:off x="5779625" y="2292975"/>
            <a:ext cx="2044200" cy="128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76" name="Google Shape;676;p89"/>
          <p:cNvSpPr txBox="1">
            <a:spLocks noGrp="1"/>
          </p:cNvSpPr>
          <p:nvPr>
            <p:ph type="subTitle" idx="4294967295"/>
          </p:nvPr>
        </p:nvSpPr>
        <p:spPr>
          <a:xfrm>
            <a:off x="5879725" y="2423800"/>
            <a:ext cx="1944000" cy="91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2"/>
                </a:solidFill>
                <a:latin typeface="Montserrat"/>
                <a:ea typeface="Montserrat"/>
                <a:cs typeface="Montserrat"/>
                <a:sym typeface="Montserrat"/>
              </a:rPr>
              <a:t>Popular </a:t>
            </a:r>
            <a:r>
              <a:rPr lang="en" sz="1200" b="0" i="0" u="none" strike="noStrike" cap="none">
                <a:solidFill>
                  <a:schemeClr val="dk1"/>
                </a:solidFill>
                <a:latin typeface="Montserrat"/>
                <a:ea typeface="Montserrat"/>
                <a:cs typeface="Montserrat"/>
                <a:sym typeface="Montserrat"/>
              </a:rPr>
              <a:t>rule based library for sentiment analysis</a:t>
            </a:r>
            <a:endParaRPr sz="1200" b="0" i="0" u="none" strike="noStrike" cap="none">
              <a:solidFill>
                <a:schemeClr val="accent2"/>
              </a:solidFill>
              <a:latin typeface="Montserrat"/>
              <a:ea typeface="Montserrat"/>
              <a:cs typeface="Montserrat"/>
              <a:sym typeface="Montserrat"/>
            </a:endParaRPr>
          </a:p>
        </p:txBody>
      </p:sp>
      <p:sp>
        <p:nvSpPr>
          <p:cNvPr id="677" name="Google Shape;677;p89"/>
          <p:cNvSpPr/>
          <p:nvPr/>
        </p:nvSpPr>
        <p:spPr>
          <a:xfrm>
            <a:off x="5773200" y="3773250"/>
            <a:ext cx="2044200" cy="1125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678" name="Google Shape;678;p89"/>
          <p:cNvSpPr txBox="1">
            <a:spLocks noGrp="1"/>
          </p:cNvSpPr>
          <p:nvPr>
            <p:ph type="subTitle" idx="4294967295"/>
          </p:nvPr>
        </p:nvSpPr>
        <p:spPr>
          <a:xfrm>
            <a:off x="5849250" y="3811050"/>
            <a:ext cx="1944000" cy="10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200" b="0" i="0" u="none" strike="noStrike" cap="none">
                <a:solidFill>
                  <a:schemeClr val="dk1"/>
                </a:solidFill>
                <a:latin typeface="Montserrat"/>
                <a:ea typeface="Montserrat"/>
                <a:cs typeface="Montserrat"/>
                <a:sym typeface="Montserrat"/>
              </a:rPr>
              <a:t>Highest </a:t>
            </a:r>
            <a:r>
              <a:rPr lang="en" sz="1200" b="0" i="0" u="none" strike="noStrike" cap="none">
                <a:solidFill>
                  <a:schemeClr val="dk2"/>
                </a:solidFill>
                <a:latin typeface="Montserrat"/>
                <a:ea typeface="Montserrat"/>
                <a:cs typeface="Montserrat"/>
                <a:sym typeface="Montserrat"/>
              </a:rPr>
              <a:t>correlation </a:t>
            </a:r>
            <a:r>
              <a:rPr lang="en" sz="1200" b="0" i="0" u="none" strike="noStrike" cap="none">
                <a:solidFill>
                  <a:schemeClr val="dk1"/>
                </a:solidFill>
                <a:latin typeface="Montserrat"/>
                <a:ea typeface="Montserrat"/>
                <a:cs typeface="Montserrat"/>
                <a:sym typeface="Montserrat"/>
              </a:rPr>
              <a:t>scores for social media, due to lexicon based model that can analyze short text </a:t>
            </a:r>
            <a:endParaRPr sz="1200" b="0" i="0" u="none" strike="noStrike" cap="none">
              <a:solidFill>
                <a:schemeClr val="accent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90"/>
          <p:cNvSpPr/>
          <p:nvPr/>
        </p:nvSpPr>
        <p:spPr>
          <a:xfrm>
            <a:off x="179550" y="1823850"/>
            <a:ext cx="1450800" cy="1250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Arial"/>
                <a:ea typeface="Arial"/>
                <a:cs typeface="Arial"/>
                <a:sym typeface="Arial"/>
              </a:rPr>
              <a:t>Volume </a:t>
            </a:r>
            <a:r>
              <a:rPr lang="en" sz="1400" b="0" i="0" u="none" strike="noStrike" cap="none">
                <a:solidFill>
                  <a:schemeClr val="dk2"/>
                </a:solidFill>
                <a:latin typeface="Arial"/>
                <a:ea typeface="Arial"/>
                <a:cs typeface="Arial"/>
                <a:sym typeface="Arial"/>
              </a:rPr>
              <a:t>correlation across the different platforms and stocks</a:t>
            </a:r>
            <a:endParaRPr sz="1400" b="1" i="0" u="none" strike="noStrike" cap="none">
              <a:solidFill>
                <a:schemeClr val="dk2"/>
              </a:solidFill>
              <a:latin typeface="Arial"/>
              <a:ea typeface="Arial"/>
              <a:cs typeface="Arial"/>
              <a:sym typeface="Arial"/>
            </a:endParaRPr>
          </a:p>
        </p:txBody>
      </p:sp>
      <p:pic>
        <p:nvPicPr>
          <p:cNvPr id="684" name="Google Shape;684;p90"/>
          <p:cNvPicPr preferRelativeResize="0"/>
          <p:nvPr/>
        </p:nvPicPr>
        <p:blipFill rotWithShape="1">
          <a:blip r:embed="rId3">
            <a:alphaModFix/>
          </a:blip>
          <a:srcRect/>
          <a:stretch/>
        </p:blipFill>
        <p:spPr>
          <a:xfrm>
            <a:off x="1491800" y="0"/>
            <a:ext cx="7551601" cy="50758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91"/>
          <p:cNvSpPr/>
          <p:nvPr/>
        </p:nvSpPr>
        <p:spPr>
          <a:xfrm>
            <a:off x="179550" y="1823850"/>
            <a:ext cx="1450800" cy="1250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Arial"/>
                <a:ea typeface="Arial"/>
                <a:cs typeface="Arial"/>
                <a:sym typeface="Arial"/>
              </a:rPr>
              <a:t>Close Price </a:t>
            </a:r>
            <a:r>
              <a:rPr lang="en" sz="1400" b="0" i="0" u="none" strike="noStrike" cap="none">
                <a:solidFill>
                  <a:schemeClr val="dk2"/>
                </a:solidFill>
                <a:latin typeface="Arial"/>
                <a:ea typeface="Arial"/>
                <a:cs typeface="Arial"/>
                <a:sym typeface="Arial"/>
              </a:rPr>
              <a:t>correlation across the different platforms and stocks</a:t>
            </a:r>
            <a:endParaRPr sz="1400" b="1" i="0" u="none" strike="noStrike" cap="none">
              <a:solidFill>
                <a:schemeClr val="dk2"/>
              </a:solidFill>
              <a:latin typeface="Arial"/>
              <a:ea typeface="Arial"/>
              <a:cs typeface="Arial"/>
              <a:sym typeface="Arial"/>
            </a:endParaRPr>
          </a:p>
        </p:txBody>
      </p:sp>
      <p:pic>
        <p:nvPicPr>
          <p:cNvPr id="690" name="Google Shape;690;p91"/>
          <p:cNvPicPr preferRelativeResize="0"/>
          <p:nvPr/>
        </p:nvPicPr>
        <p:blipFill rotWithShape="1">
          <a:blip r:embed="rId3">
            <a:alphaModFix/>
          </a:blip>
          <a:srcRect/>
          <a:stretch/>
        </p:blipFill>
        <p:spPr>
          <a:xfrm>
            <a:off x="1752675" y="0"/>
            <a:ext cx="7334123" cy="51036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92"/>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Choice of Analytics Approach &amp; Insights</a:t>
            </a:r>
            <a:endParaRPr/>
          </a:p>
          <a:p>
            <a:pPr marL="0" lvl="0" indent="0" algn="l" rtl="0">
              <a:lnSpc>
                <a:spcPct val="100000"/>
              </a:lnSpc>
              <a:spcBef>
                <a:spcPts val="0"/>
              </a:spcBef>
              <a:spcAft>
                <a:spcPts val="0"/>
              </a:spcAft>
              <a:buSzPts val="2800"/>
              <a:buNone/>
            </a:pPr>
            <a:endParaRPr/>
          </a:p>
        </p:txBody>
      </p:sp>
      <p:sp>
        <p:nvSpPr>
          <p:cNvPr id="696" name="Google Shape;696;p92"/>
          <p:cNvSpPr/>
          <p:nvPr/>
        </p:nvSpPr>
        <p:spPr>
          <a:xfrm>
            <a:off x="1429550" y="1540800"/>
            <a:ext cx="1625700" cy="572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92"/>
          <p:cNvSpPr txBox="1">
            <a:spLocks noGrp="1"/>
          </p:cNvSpPr>
          <p:nvPr>
            <p:ph type="subTitle" idx="4294967295"/>
          </p:nvPr>
        </p:nvSpPr>
        <p:spPr>
          <a:xfrm>
            <a:off x="1609825" y="1597476"/>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Arima</a:t>
            </a:r>
            <a:endParaRPr sz="1800" b="1" i="0" u="none" strike="noStrike" cap="none">
              <a:solidFill>
                <a:schemeClr val="lt1"/>
              </a:solidFill>
              <a:latin typeface="Montserrat"/>
              <a:ea typeface="Montserrat"/>
              <a:cs typeface="Montserrat"/>
              <a:sym typeface="Montserrat"/>
            </a:endParaRPr>
          </a:p>
        </p:txBody>
      </p:sp>
      <p:sp>
        <p:nvSpPr>
          <p:cNvPr id="698" name="Google Shape;698;p92"/>
          <p:cNvSpPr/>
          <p:nvPr/>
        </p:nvSpPr>
        <p:spPr>
          <a:xfrm>
            <a:off x="889875" y="1540800"/>
            <a:ext cx="406200" cy="31674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92"/>
          <p:cNvSpPr txBox="1">
            <a:spLocks noGrp="1"/>
          </p:cNvSpPr>
          <p:nvPr>
            <p:ph type="subTitle" idx="4294967295"/>
          </p:nvPr>
        </p:nvSpPr>
        <p:spPr>
          <a:xfrm rot="-5400622">
            <a:off x="263634" y="2932374"/>
            <a:ext cx="1658700" cy="49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2"/>
              </a:buClr>
              <a:buSzPts val="1800"/>
              <a:buFont typeface="Montserrat"/>
              <a:buNone/>
            </a:pPr>
            <a:r>
              <a:rPr lang="en" sz="1800" b="0" i="0" u="none" strike="noStrike" cap="none">
                <a:solidFill>
                  <a:schemeClr val="lt1"/>
                </a:solidFill>
                <a:latin typeface="Montserrat"/>
                <a:ea typeface="Montserrat"/>
                <a:cs typeface="Montserrat"/>
                <a:sym typeface="Montserrat"/>
              </a:rPr>
              <a:t>ML Models</a:t>
            </a:r>
            <a:endParaRPr sz="1800" b="0" i="0" u="none" strike="noStrike" cap="none">
              <a:solidFill>
                <a:schemeClr val="lt1"/>
              </a:solidFill>
              <a:latin typeface="Montserrat"/>
              <a:ea typeface="Montserrat"/>
              <a:cs typeface="Montserrat"/>
              <a:sym typeface="Montserrat"/>
            </a:endParaRPr>
          </a:p>
        </p:txBody>
      </p:sp>
      <p:sp>
        <p:nvSpPr>
          <p:cNvPr id="700" name="Google Shape;700;p92"/>
          <p:cNvSpPr/>
          <p:nvPr/>
        </p:nvSpPr>
        <p:spPr>
          <a:xfrm>
            <a:off x="3188725" y="1540800"/>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60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92"/>
          <p:cNvSpPr/>
          <p:nvPr/>
        </p:nvSpPr>
        <p:spPr>
          <a:xfrm>
            <a:off x="1429550" y="2196300"/>
            <a:ext cx="1625700" cy="572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92"/>
          <p:cNvSpPr txBox="1">
            <a:spLocks noGrp="1"/>
          </p:cNvSpPr>
          <p:nvPr>
            <p:ph type="subTitle" idx="4294967295"/>
          </p:nvPr>
        </p:nvSpPr>
        <p:spPr>
          <a:xfrm>
            <a:off x="1429550" y="2272500"/>
            <a:ext cx="1625700" cy="44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Autoarima</a:t>
            </a:r>
            <a:endParaRPr sz="1800" b="1" i="0" u="none" strike="noStrike" cap="none">
              <a:solidFill>
                <a:schemeClr val="lt1"/>
              </a:solidFill>
              <a:latin typeface="Montserrat"/>
              <a:ea typeface="Montserrat"/>
              <a:cs typeface="Montserrat"/>
              <a:sym typeface="Montserrat"/>
            </a:endParaRPr>
          </a:p>
        </p:txBody>
      </p:sp>
      <p:sp>
        <p:nvSpPr>
          <p:cNvPr id="703" name="Google Shape;703;p92"/>
          <p:cNvSpPr/>
          <p:nvPr/>
        </p:nvSpPr>
        <p:spPr>
          <a:xfrm>
            <a:off x="1451225" y="4101550"/>
            <a:ext cx="1625700" cy="572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92"/>
          <p:cNvSpPr txBox="1">
            <a:spLocks noGrp="1"/>
          </p:cNvSpPr>
          <p:nvPr>
            <p:ph type="subTitle" idx="4294967295"/>
          </p:nvPr>
        </p:nvSpPr>
        <p:spPr>
          <a:xfrm>
            <a:off x="1451225" y="4177750"/>
            <a:ext cx="1625700" cy="44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Regression</a:t>
            </a:r>
            <a:endParaRPr sz="1800" b="1" i="0" u="none" strike="noStrike" cap="none">
              <a:solidFill>
                <a:schemeClr val="lt1"/>
              </a:solidFill>
              <a:latin typeface="Montserrat"/>
              <a:ea typeface="Montserrat"/>
              <a:cs typeface="Montserrat"/>
              <a:sym typeface="Montserrat"/>
            </a:endParaRPr>
          </a:p>
        </p:txBody>
      </p:sp>
      <p:sp>
        <p:nvSpPr>
          <p:cNvPr id="705" name="Google Shape;705;p92"/>
          <p:cNvSpPr/>
          <p:nvPr/>
        </p:nvSpPr>
        <p:spPr>
          <a:xfrm>
            <a:off x="1451225" y="3463488"/>
            <a:ext cx="1625700" cy="572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92"/>
          <p:cNvSpPr txBox="1">
            <a:spLocks noGrp="1"/>
          </p:cNvSpPr>
          <p:nvPr>
            <p:ph type="subTitle" idx="4294967295"/>
          </p:nvPr>
        </p:nvSpPr>
        <p:spPr>
          <a:xfrm>
            <a:off x="1397350" y="3463488"/>
            <a:ext cx="1725900" cy="524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LSTM</a:t>
            </a:r>
            <a:r>
              <a:rPr lang="en" sz="1800" b="0" i="0" u="none" strike="noStrike" cap="none">
                <a:solidFill>
                  <a:schemeClr val="lt1"/>
                </a:solidFill>
                <a:latin typeface="Montserrat"/>
                <a:ea typeface="Montserrat"/>
                <a:cs typeface="Montserrat"/>
                <a:sym typeface="Montserrat"/>
              </a:rPr>
              <a:t> </a:t>
            </a:r>
            <a:endParaRPr sz="1800" b="0" i="0" u="none" strike="noStrike" cap="none">
              <a:solidFill>
                <a:schemeClr val="lt1"/>
              </a:solidFill>
              <a:latin typeface="Montserrat"/>
              <a:ea typeface="Montserrat"/>
              <a:cs typeface="Montserrat"/>
              <a:sym typeface="Montserrat"/>
            </a:endParaRPr>
          </a:p>
          <a:p>
            <a:pPr marL="0" marR="0" lvl="0" indent="0" algn="ctr" rtl="0">
              <a:lnSpc>
                <a:spcPct val="100000"/>
              </a:lnSpc>
              <a:spcBef>
                <a:spcPts val="0"/>
              </a:spcBef>
              <a:spcAft>
                <a:spcPts val="1600"/>
              </a:spcAft>
              <a:buClr>
                <a:schemeClr val="dk2"/>
              </a:buClr>
              <a:buSzPts val="1800"/>
              <a:buFont typeface="Montserrat"/>
              <a:buNone/>
            </a:pPr>
            <a:r>
              <a:rPr lang="en" sz="900" b="0" i="0" u="none" strike="noStrike" cap="none">
                <a:solidFill>
                  <a:schemeClr val="lt1"/>
                </a:solidFill>
                <a:latin typeface="Montserrat"/>
                <a:ea typeface="Montserrat"/>
                <a:cs typeface="Montserrat"/>
                <a:sym typeface="Montserrat"/>
              </a:rPr>
              <a:t>(long short-term memory)</a:t>
            </a:r>
            <a:endParaRPr sz="900" b="0" i="0" u="none" strike="noStrike" cap="none">
              <a:solidFill>
                <a:schemeClr val="lt1"/>
              </a:solidFill>
              <a:latin typeface="Montserrat"/>
              <a:ea typeface="Montserrat"/>
              <a:cs typeface="Montserrat"/>
              <a:sym typeface="Montserrat"/>
            </a:endParaRPr>
          </a:p>
        </p:txBody>
      </p:sp>
      <p:sp>
        <p:nvSpPr>
          <p:cNvPr id="707" name="Google Shape;707;p92"/>
          <p:cNvSpPr/>
          <p:nvPr/>
        </p:nvSpPr>
        <p:spPr>
          <a:xfrm>
            <a:off x="1451225" y="2815775"/>
            <a:ext cx="1625700" cy="572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92"/>
          <p:cNvSpPr txBox="1">
            <a:spLocks noGrp="1"/>
          </p:cNvSpPr>
          <p:nvPr>
            <p:ph type="subTitle" idx="4294967295"/>
          </p:nvPr>
        </p:nvSpPr>
        <p:spPr>
          <a:xfrm>
            <a:off x="1615325" y="2828950"/>
            <a:ext cx="1297500" cy="44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Prophet</a:t>
            </a:r>
            <a:endParaRPr sz="1800" b="1" i="0" u="none" strike="noStrike" cap="none">
              <a:solidFill>
                <a:schemeClr val="lt1"/>
              </a:solidFill>
              <a:latin typeface="Montserrat"/>
              <a:ea typeface="Montserrat"/>
              <a:cs typeface="Montserrat"/>
              <a:sym typeface="Montserrat"/>
            </a:endParaRPr>
          </a:p>
        </p:txBody>
      </p:sp>
      <p:sp>
        <p:nvSpPr>
          <p:cNvPr id="709" name="Google Shape;709;p92"/>
          <p:cNvSpPr/>
          <p:nvPr/>
        </p:nvSpPr>
        <p:spPr>
          <a:xfrm>
            <a:off x="5851200" y="1540800"/>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92"/>
          <p:cNvSpPr/>
          <p:nvPr/>
        </p:nvSpPr>
        <p:spPr>
          <a:xfrm>
            <a:off x="3188725" y="2210400"/>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92"/>
          <p:cNvSpPr/>
          <p:nvPr/>
        </p:nvSpPr>
        <p:spPr>
          <a:xfrm>
            <a:off x="5851200" y="2210400"/>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92"/>
          <p:cNvSpPr/>
          <p:nvPr/>
        </p:nvSpPr>
        <p:spPr>
          <a:xfrm>
            <a:off x="3188725" y="2836938"/>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92"/>
          <p:cNvSpPr/>
          <p:nvPr/>
        </p:nvSpPr>
        <p:spPr>
          <a:xfrm>
            <a:off x="5851200" y="2836950"/>
            <a:ext cx="25836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92"/>
          <p:cNvSpPr/>
          <p:nvPr/>
        </p:nvSpPr>
        <p:spPr>
          <a:xfrm>
            <a:off x="3205175" y="1063838"/>
            <a:ext cx="2605200" cy="313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Arial"/>
                <a:ea typeface="Arial"/>
                <a:cs typeface="Arial"/>
                <a:sym typeface="Arial"/>
              </a:rPr>
              <a:t>Avg RMSE</a:t>
            </a:r>
            <a:endParaRPr sz="1400" b="0" i="0" u="none" strike="noStrike" cap="none">
              <a:solidFill>
                <a:schemeClr val="lt1"/>
              </a:solidFill>
              <a:latin typeface="Arial"/>
              <a:ea typeface="Arial"/>
              <a:cs typeface="Arial"/>
              <a:sym typeface="Arial"/>
            </a:endParaRPr>
          </a:p>
        </p:txBody>
      </p:sp>
      <p:sp>
        <p:nvSpPr>
          <p:cNvPr id="715" name="Google Shape;715;p92"/>
          <p:cNvSpPr/>
          <p:nvPr/>
        </p:nvSpPr>
        <p:spPr>
          <a:xfrm>
            <a:off x="5851200" y="1071788"/>
            <a:ext cx="2605200" cy="2979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Arial"/>
                <a:ea typeface="Arial"/>
                <a:cs typeface="Arial"/>
                <a:sym typeface="Arial"/>
              </a:rPr>
              <a:t>Avg Time (seconds)</a:t>
            </a:r>
            <a:endParaRPr sz="1400" b="0" i="0" u="none" strike="noStrike" cap="none">
              <a:solidFill>
                <a:schemeClr val="lt1"/>
              </a:solidFill>
              <a:latin typeface="Arial"/>
              <a:ea typeface="Arial"/>
              <a:cs typeface="Arial"/>
              <a:sym typeface="Arial"/>
            </a:endParaRPr>
          </a:p>
        </p:txBody>
      </p:sp>
      <p:sp>
        <p:nvSpPr>
          <p:cNvPr id="716" name="Google Shape;716;p92"/>
          <p:cNvSpPr/>
          <p:nvPr/>
        </p:nvSpPr>
        <p:spPr>
          <a:xfrm>
            <a:off x="3181175" y="3486250"/>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92"/>
          <p:cNvSpPr/>
          <p:nvPr/>
        </p:nvSpPr>
        <p:spPr>
          <a:xfrm>
            <a:off x="5851200" y="3486238"/>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92"/>
          <p:cNvSpPr/>
          <p:nvPr/>
        </p:nvSpPr>
        <p:spPr>
          <a:xfrm>
            <a:off x="3181175" y="4115675"/>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92"/>
          <p:cNvSpPr/>
          <p:nvPr/>
        </p:nvSpPr>
        <p:spPr>
          <a:xfrm>
            <a:off x="5851200" y="4115625"/>
            <a:ext cx="2605200" cy="572700"/>
          </a:xfrm>
          <a:prstGeom prst="rect">
            <a:avLst/>
          </a:prstGeom>
          <a:solidFill>
            <a:schemeClr val="lt2"/>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92"/>
          <p:cNvSpPr txBox="1">
            <a:spLocks noGrp="1"/>
          </p:cNvSpPr>
          <p:nvPr>
            <p:ph type="subTitle" idx="4294967295"/>
          </p:nvPr>
        </p:nvSpPr>
        <p:spPr>
          <a:xfrm>
            <a:off x="3842575" y="1600226"/>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606</a:t>
            </a: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1600"/>
              </a:spcBef>
              <a:spcAft>
                <a:spcPts val="1600"/>
              </a:spcAft>
              <a:buClr>
                <a:schemeClr val="dk2"/>
              </a:buClr>
              <a:buSzPts val="1800"/>
              <a:buFont typeface="Montserrat"/>
              <a:buNone/>
            </a:pPr>
            <a:endParaRPr sz="1800" b="1" i="0" u="none" strike="noStrike" cap="none">
              <a:solidFill>
                <a:schemeClr val="lt1"/>
              </a:solidFill>
              <a:latin typeface="Montserrat"/>
              <a:ea typeface="Montserrat"/>
              <a:cs typeface="Montserrat"/>
              <a:sym typeface="Montserrat"/>
            </a:endParaRPr>
          </a:p>
        </p:txBody>
      </p:sp>
      <p:sp>
        <p:nvSpPr>
          <p:cNvPr id="721" name="Google Shape;721;p92"/>
          <p:cNvSpPr txBox="1">
            <a:spLocks noGrp="1"/>
          </p:cNvSpPr>
          <p:nvPr>
            <p:ph type="subTitle" idx="4294967295"/>
          </p:nvPr>
        </p:nvSpPr>
        <p:spPr>
          <a:xfrm>
            <a:off x="6483375" y="1622001"/>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8.655</a:t>
            </a:r>
            <a:endParaRPr sz="1400" b="1" i="0" u="none" strike="noStrike" cap="none">
              <a:solidFill>
                <a:schemeClr val="dk1"/>
              </a:solidFill>
              <a:latin typeface="Montserrat"/>
              <a:ea typeface="Montserrat"/>
              <a:cs typeface="Montserrat"/>
              <a:sym typeface="Montserrat"/>
            </a:endParaRPr>
          </a:p>
          <a:p>
            <a:pPr marL="0" marR="0" lvl="0" indent="0" algn="ctr" rtl="0">
              <a:lnSpc>
                <a:spcPct val="100000"/>
              </a:lnSpc>
              <a:spcBef>
                <a:spcPts val="1600"/>
              </a:spcBef>
              <a:spcAft>
                <a:spcPts val="1600"/>
              </a:spcAft>
              <a:buClr>
                <a:schemeClr val="dk2"/>
              </a:buClr>
              <a:buSzPts val="1800"/>
              <a:buFont typeface="Montserrat"/>
              <a:buNone/>
            </a:pPr>
            <a:endParaRPr sz="1800" b="1" i="0" u="none" strike="noStrike" cap="none">
              <a:solidFill>
                <a:schemeClr val="lt1"/>
              </a:solidFill>
              <a:latin typeface="Montserrat"/>
              <a:ea typeface="Montserrat"/>
              <a:cs typeface="Montserrat"/>
              <a:sym typeface="Montserrat"/>
            </a:endParaRPr>
          </a:p>
        </p:txBody>
      </p:sp>
      <p:sp>
        <p:nvSpPr>
          <p:cNvPr id="722" name="Google Shape;722;p92"/>
          <p:cNvSpPr txBox="1">
            <a:spLocks noGrp="1"/>
          </p:cNvSpPr>
          <p:nvPr>
            <p:ph type="subTitle" idx="4294967295"/>
          </p:nvPr>
        </p:nvSpPr>
        <p:spPr>
          <a:xfrm>
            <a:off x="3842575" y="2281414"/>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22,606</a:t>
            </a:r>
            <a:endParaRPr sz="1400" b="1" i="0" u="none" strike="noStrike" cap="none">
              <a:solidFill>
                <a:schemeClr val="dk1"/>
              </a:solidFill>
              <a:latin typeface="Montserrat"/>
              <a:ea typeface="Montserrat"/>
              <a:cs typeface="Montserrat"/>
              <a:sym typeface="Montserrat"/>
            </a:endParaRPr>
          </a:p>
          <a:p>
            <a:pPr marL="0" marR="0" lvl="0" indent="0" algn="ctr" rtl="0">
              <a:lnSpc>
                <a:spcPct val="100000"/>
              </a:lnSpc>
              <a:spcBef>
                <a:spcPts val="1600"/>
              </a:spcBef>
              <a:spcAft>
                <a:spcPts val="1600"/>
              </a:spcAft>
              <a:buClr>
                <a:schemeClr val="dk2"/>
              </a:buClr>
              <a:buSzPts val="1800"/>
              <a:buFont typeface="Montserrat"/>
              <a:buNone/>
            </a:pPr>
            <a:endParaRPr sz="1800" b="1" i="0" u="none" strike="noStrike" cap="none">
              <a:solidFill>
                <a:schemeClr val="lt1"/>
              </a:solidFill>
              <a:latin typeface="Montserrat"/>
              <a:ea typeface="Montserrat"/>
              <a:cs typeface="Montserrat"/>
              <a:sym typeface="Montserrat"/>
            </a:endParaRPr>
          </a:p>
        </p:txBody>
      </p:sp>
      <p:sp>
        <p:nvSpPr>
          <p:cNvPr id="723" name="Google Shape;723;p92"/>
          <p:cNvSpPr txBox="1">
            <a:spLocks noGrp="1"/>
          </p:cNvSpPr>
          <p:nvPr>
            <p:ph type="subTitle" idx="4294967295"/>
          </p:nvPr>
        </p:nvSpPr>
        <p:spPr>
          <a:xfrm>
            <a:off x="6460800" y="2281426"/>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7.004</a:t>
            </a:r>
            <a:endParaRPr sz="1800" b="1" i="0" u="none" strike="noStrike" cap="none">
              <a:solidFill>
                <a:schemeClr val="lt1"/>
              </a:solidFill>
              <a:latin typeface="Montserrat"/>
              <a:ea typeface="Montserrat"/>
              <a:cs typeface="Montserrat"/>
              <a:sym typeface="Montserrat"/>
            </a:endParaRPr>
          </a:p>
        </p:txBody>
      </p:sp>
      <p:sp>
        <p:nvSpPr>
          <p:cNvPr id="724" name="Google Shape;724;p92"/>
          <p:cNvSpPr txBox="1">
            <a:spLocks noGrp="1"/>
          </p:cNvSpPr>
          <p:nvPr>
            <p:ph type="subTitle" idx="4294967295"/>
          </p:nvPr>
        </p:nvSpPr>
        <p:spPr>
          <a:xfrm>
            <a:off x="3853413" y="2940851"/>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13,643</a:t>
            </a:r>
            <a:endParaRPr sz="1400" b="1" i="0" u="none" strike="noStrike" cap="none">
              <a:solidFill>
                <a:schemeClr val="dk1"/>
              </a:solidFill>
              <a:latin typeface="Montserrat"/>
              <a:ea typeface="Montserrat"/>
              <a:cs typeface="Montserrat"/>
              <a:sym typeface="Montserrat"/>
            </a:endParaRPr>
          </a:p>
          <a:p>
            <a:pPr marL="0" marR="0" lvl="0" indent="0" algn="ctr" rtl="0">
              <a:lnSpc>
                <a:spcPct val="100000"/>
              </a:lnSpc>
              <a:spcBef>
                <a:spcPts val="1600"/>
              </a:spcBef>
              <a:spcAft>
                <a:spcPts val="1600"/>
              </a:spcAft>
              <a:buClr>
                <a:schemeClr val="dk2"/>
              </a:buClr>
              <a:buSzPts val="1800"/>
              <a:buFont typeface="Montserrat"/>
              <a:buNone/>
            </a:pPr>
            <a:endParaRPr sz="1800" b="1" i="0" u="none" strike="noStrike" cap="none">
              <a:solidFill>
                <a:schemeClr val="lt1"/>
              </a:solidFill>
              <a:latin typeface="Montserrat"/>
              <a:ea typeface="Montserrat"/>
              <a:cs typeface="Montserrat"/>
              <a:sym typeface="Montserrat"/>
            </a:endParaRPr>
          </a:p>
        </p:txBody>
      </p:sp>
      <p:sp>
        <p:nvSpPr>
          <p:cNvPr id="725" name="Google Shape;725;p92"/>
          <p:cNvSpPr txBox="1">
            <a:spLocks noGrp="1"/>
          </p:cNvSpPr>
          <p:nvPr>
            <p:ph type="subTitle" idx="4294967295"/>
          </p:nvPr>
        </p:nvSpPr>
        <p:spPr>
          <a:xfrm>
            <a:off x="6505050" y="2940839"/>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2.545</a:t>
            </a:r>
            <a:endParaRPr sz="1800" b="1" i="0" u="none" strike="noStrike" cap="none">
              <a:solidFill>
                <a:schemeClr val="lt1"/>
              </a:solidFill>
              <a:latin typeface="Montserrat"/>
              <a:ea typeface="Montserrat"/>
              <a:cs typeface="Montserrat"/>
              <a:sym typeface="Montserrat"/>
            </a:endParaRPr>
          </a:p>
        </p:txBody>
      </p:sp>
      <p:sp>
        <p:nvSpPr>
          <p:cNvPr id="726" name="Google Shape;726;p92"/>
          <p:cNvSpPr txBox="1">
            <a:spLocks noGrp="1"/>
          </p:cNvSpPr>
          <p:nvPr>
            <p:ph type="subTitle" idx="4294967295"/>
          </p:nvPr>
        </p:nvSpPr>
        <p:spPr>
          <a:xfrm>
            <a:off x="3835025" y="3578814"/>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6,537</a:t>
            </a:r>
            <a:endParaRPr sz="1800" b="1" i="0" u="none" strike="noStrike" cap="none">
              <a:solidFill>
                <a:schemeClr val="lt1"/>
              </a:solidFill>
              <a:latin typeface="Montserrat"/>
              <a:ea typeface="Montserrat"/>
              <a:cs typeface="Montserrat"/>
              <a:sym typeface="Montserrat"/>
            </a:endParaRPr>
          </a:p>
        </p:txBody>
      </p:sp>
      <p:sp>
        <p:nvSpPr>
          <p:cNvPr id="727" name="Google Shape;727;p92"/>
          <p:cNvSpPr txBox="1">
            <a:spLocks noGrp="1"/>
          </p:cNvSpPr>
          <p:nvPr>
            <p:ph type="subTitle" idx="4294967295"/>
          </p:nvPr>
        </p:nvSpPr>
        <p:spPr>
          <a:xfrm>
            <a:off x="6460800" y="3578789"/>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8.639</a:t>
            </a:r>
            <a:endParaRPr sz="1800" b="1" i="0" u="none" strike="noStrike" cap="none">
              <a:solidFill>
                <a:schemeClr val="lt1"/>
              </a:solidFill>
              <a:latin typeface="Montserrat"/>
              <a:ea typeface="Montserrat"/>
              <a:cs typeface="Montserrat"/>
              <a:sym typeface="Montserrat"/>
            </a:endParaRPr>
          </a:p>
        </p:txBody>
      </p:sp>
      <p:sp>
        <p:nvSpPr>
          <p:cNvPr id="728" name="Google Shape;728;p92"/>
          <p:cNvSpPr txBox="1">
            <a:spLocks noGrp="1"/>
          </p:cNvSpPr>
          <p:nvPr>
            <p:ph type="subTitle" idx="4294967295"/>
          </p:nvPr>
        </p:nvSpPr>
        <p:spPr>
          <a:xfrm>
            <a:off x="3835025" y="4196876"/>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427</a:t>
            </a:r>
            <a:endParaRPr sz="1800" b="1" i="0" u="none" strike="noStrike" cap="none">
              <a:solidFill>
                <a:schemeClr val="lt1"/>
              </a:solidFill>
              <a:latin typeface="Montserrat"/>
              <a:ea typeface="Montserrat"/>
              <a:cs typeface="Montserrat"/>
              <a:sym typeface="Montserrat"/>
            </a:endParaRPr>
          </a:p>
        </p:txBody>
      </p:sp>
      <p:sp>
        <p:nvSpPr>
          <p:cNvPr id="729" name="Google Shape;729;p92"/>
          <p:cNvSpPr txBox="1">
            <a:spLocks noGrp="1"/>
          </p:cNvSpPr>
          <p:nvPr>
            <p:ph type="subTitle" idx="4294967295"/>
          </p:nvPr>
        </p:nvSpPr>
        <p:spPr>
          <a:xfrm>
            <a:off x="6483375" y="4208226"/>
            <a:ext cx="1297500" cy="387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400" b="1" i="0" u="none" strike="noStrike" cap="none">
                <a:solidFill>
                  <a:schemeClr val="dk1"/>
                </a:solidFill>
                <a:latin typeface="Montserrat"/>
                <a:ea typeface="Montserrat"/>
                <a:cs typeface="Montserrat"/>
                <a:sym typeface="Montserrat"/>
              </a:rPr>
              <a:t>1.172</a:t>
            </a:r>
            <a:endParaRPr sz="14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1600"/>
              </a:spcBef>
              <a:spcAft>
                <a:spcPts val="0"/>
              </a:spcAft>
              <a:buClr>
                <a:schemeClr val="dk1"/>
              </a:buClr>
              <a:buSzPts val="1100"/>
              <a:buFont typeface="Arial"/>
              <a:buNone/>
            </a:pP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1600"/>
              </a:spcAft>
              <a:buClr>
                <a:schemeClr val="dk2"/>
              </a:buClr>
              <a:buSzPts val="1800"/>
              <a:buFont typeface="Montserrat"/>
              <a:buNone/>
            </a:pPr>
            <a:endParaRPr sz="1800" b="1" i="0" u="none" strike="noStrike" cap="none">
              <a:solidFill>
                <a:schemeClr val="lt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pic>
        <p:nvPicPr>
          <p:cNvPr id="734" name="Google Shape;734;p93"/>
          <p:cNvPicPr preferRelativeResize="0"/>
          <p:nvPr/>
        </p:nvPicPr>
        <p:blipFill rotWithShape="1">
          <a:blip r:embed="rId3">
            <a:alphaModFix/>
          </a:blip>
          <a:srcRect/>
          <a:stretch/>
        </p:blipFill>
        <p:spPr>
          <a:xfrm>
            <a:off x="5315625" y="16275"/>
            <a:ext cx="2174841" cy="4838699"/>
          </a:xfrm>
          <a:prstGeom prst="rect">
            <a:avLst/>
          </a:prstGeom>
          <a:noFill/>
          <a:ln>
            <a:noFill/>
          </a:ln>
        </p:spPr>
      </p:pic>
      <p:pic>
        <p:nvPicPr>
          <p:cNvPr id="735" name="Google Shape;735;p93"/>
          <p:cNvPicPr preferRelativeResize="0"/>
          <p:nvPr/>
        </p:nvPicPr>
        <p:blipFill rotWithShape="1">
          <a:blip r:embed="rId4">
            <a:alphaModFix/>
          </a:blip>
          <a:srcRect/>
          <a:stretch/>
        </p:blipFill>
        <p:spPr>
          <a:xfrm>
            <a:off x="2295475" y="136125"/>
            <a:ext cx="2284332" cy="4718851"/>
          </a:xfrm>
          <a:prstGeom prst="rect">
            <a:avLst/>
          </a:prstGeom>
          <a:noFill/>
          <a:ln>
            <a:noFill/>
          </a:ln>
        </p:spPr>
      </p:pic>
      <p:sp>
        <p:nvSpPr>
          <p:cNvPr id="736" name="Google Shape;736;p93"/>
          <p:cNvSpPr txBox="1"/>
          <p:nvPr/>
        </p:nvSpPr>
        <p:spPr>
          <a:xfrm>
            <a:off x="2462175" y="4727025"/>
            <a:ext cx="1950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Avg RMSE</a:t>
            </a:r>
            <a:endParaRPr sz="1400" b="1" i="0" u="none" strike="noStrike" cap="none">
              <a:solidFill>
                <a:srgbClr val="000000"/>
              </a:solidFill>
              <a:latin typeface="Montserrat"/>
              <a:ea typeface="Montserrat"/>
              <a:cs typeface="Montserrat"/>
              <a:sym typeface="Montserrat"/>
            </a:endParaRPr>
          </a:p>
        </p:txBody>
      </p:sp>
      <p:sp>
        <p:nvSpPr>
          <p:cNvPr id="737" name="Google Shape;737;p93"/>
          <p:cNvSpPr txBox="1"/>
          <p:nvPr/>
        </p:nvSpPr>
        <p:spPr>
          <a:xfrm>
            <a:off x="5338050" y="4727025"/>
            <a:ext cx="2130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Avg Time (seconds)</a:t>
            </a:r>
            <a:endParaRPr sz="1400" b="1" i="0" u="none" strike="noStrike" cap="none">
              <a:solidFill>
                <a:srgbClr val="000000"/>
              </a:solidFill>
              <a:latin typeface="Montserrat"/>
              <a:ea typeface="Montserrat"/>
              <a:cs typeface="Montserrat"/>
              <a:sym typeface="Montserrat"/>
            </a:endParaRPr>
          </a:p>
        </p:txBody>
      </p:sp>
      <p:sp>
        <p:nvSpPr>
          <p:cNvPr id="738" name="Google Shape;738;p93"/>
          <p:cNvSpPr/>
          <p:nvPr/>
        </p:nvSpPr>
        <p:spPr>
          <a:xfrm>
            <a:off x="71225" y="1794000"/>
            <a:ext cx="2175000" cy="748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Arial"/>
                <a:ea typeface="Arial"/>
                <a:cs typeface="Arial"/>
                <a:sym typeface="Arial"/>
              </a:rPr>
              <a:t>How to read?</a:t>
            </a:r>
            <a:endParaRPr sz="1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Arial"/>
                <a:ea typeface="Arial"/>
                <a:cs typeface="Arial"/>
                <a:sym typeface="Arial"/>
              </a:rPr>
              <a:t>Basically, </a:t>
            </a:r>
            <a:endParaRPr sz="14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2"/>
                </a:solidFill>
                <a:latin typeface="Arial"/>
                <a:ea typeface="Arial"/>
                <a:cs typeface="Arial"/>
                <a:sym typeface="Arial"/>
              </a:rPr>
              <a:t>the lower the better!</a:t>
            </a:r>
            <a:endParaRPr sz="1400" b="1" i="0" u="none" strike="noStrike" cap="none">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94"/>
          <p:cNvSpPr txBox="1">
            <a:spLocks noGrp="1"/>
          </p:cNvSpPr>
          <p:nvPr>
            <p:ph type="body" idx="1"/>
          </p:nvPr>
        </p:nvSpPr>
        <p:spPr>
          <a:xfrm>
            <a:off x="713225" y="1459950"/>
            <a:ext cx="8311500" cy="146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sz="1400" b="1">
                <a:solidFill>
                  <a:schemeClr val="accent1"/>
                </a:solidFill>
              </a:rPr>
              <a:t>Final decision</a:t>
            </a:r>
            <a:r>
              <a:rPr lang="en" sz="1400">
                <a:solidFill>
                  <a:schemeClr val="dk1"/>
                </a:solidFill>
              </a:rPr>
              <a:t> derived based on</a:t>
            </a:r>
            <a:r>
              <a:rPr lang="en" sz="1300">
                <a:solidFill>
                  <a:schemeClr val="dk1"/>
                </a:solidFill>
              </a:rPr>
              <a:t> </a:t>
            </a:r>
            <a:endParaRPr sz="1300">
              <a:solidFill>
                <a:schemeClr val="dk1"/>
              </a:solidFill>
            </a:endParaRPr>
          </a:p>
          <a:p>
            <a:pPr marL="0" lvl="0" indent="0" algn="l" rtl="0">
              <a:lnSpc>
                <a:spcPct val="100000"/>
              </a:lnSpc>
              <a:spcBef>
                <a:spcPts val="1600"/>
              </a:spcBef>
              <a:spcAft>
                <a:spcPts val="0"/>
              </a:spcAft>
              <a:buSzPts val="1400"/>
              <a:buNone/>
            </a:pPr>
            <a:endParaRPr>
              <a:solidFill>
                <a:schemeClr val="dk1"/>
              </a:solidFill>
            </a:endParaRPr>
          </a:p>
          <a:p>
            <a:pPr marL="0" lvl="0" indent="0" algn="l" rtl="0">
              <a:lnSpc>
                <a:spcPct val="100000"/>
              </a:lnSpc>
              <a:spcBef>
                <a:spcPts val="1600"/>
              </a:spcBef>
              <a:spcAft>
                <a:spcPts val="0"/>
              </a:spcAft>
              <a:buSzPts val="1400"/>
              <a:buNone/>
            </a:pPr>
            <a:endParaRPr>
              <a:solidFill>
                <a:schemeClr val="dk1"/>
              </a:solidFill>
            </a:endParaRPr>
          </a:p>
          <a:p>
            <a:pPr marL="0" lvl="0" indent="0" algn="l" rtl="0">
              <a:lnSpc>
                <a:spcPct val="100000"/>
              </a:lnSpc>
              <a:spcBef>
                <a:spcPts val="1600"/>
              </a:spcBef>
              <a:spcAft>
                <a:spcPts val="0"/>
              </a:spcAft>
              <a:buSzPts val="1400"/>
              <a:buNone/>
            </a:pPr>
            <a:endParaRPr>
              <a:solidFill>
                <a:schemeClr val="dk1"/>
              </a:solidFill>
            </a:endParaRPr>
          </a:p>
          <a:p>
            <a:pPr marL="0" lvl="0" indent="0" algn="l" rtl="0">
              <a:lnSpc>
                <a:spcPct val="100000"/>
              </a:lnSpc>
              <a:spcBef>
                <a:spcPts val="1600"/>
              </a:spcBef>
              <a:spcAft>
                <a:spcPts val="0"/>
              </a:spcAft>
              <a:buClr>
                <a:schemeClr val="dk1"/>
              </a:buClr>
              <a:buSzPts val="1100"/>
              <a:buFont typeface="Arial"/>
              <a:buNone/>
            </a:pPr>
            <a:endParaRPr sz="1400">
              <a:solidFill>
                <a:schemeClr val="dk1"/>
              </a:solidFill>
            </a:endParaRPr>
          </a:p>
          <a:p>
            <a:pPr marL="0" lvl="0" indent="0" algn="l" rtl="0">
              <a:lnSpc>
                <a:spcPct val="100000"/>
              </a:lnSpc>
              <a:spcBef>
                <a:spcPts val="1600"/>
              </a:spcBef>
              <a:spcAft>
                <a:spcPts val="0"/>
              </a:spcAft>
              <a:buSzPts val="1400"/>
              <a:buNone/>
            </a:pPr>
            <a:endParaRPr>
              <a:solidFill>
                <a:schemeClr val="dk1"/>
              </a:solidFill>
            </a:endParaRPr>
          </a:p>
          <a:p>
            <a:pPr marL="0" lvl="0" indent="0" algn="l" rtl="0">
              <a:lnSpc>
                <a:spcPct val="100000"/>
              </a:lnSpc>
              <a:spcBef>
                <a:spcPts val="1600"/>
              </a:spcBef>
              <a:spcAft>
                <a:spcPts val="1600"/>
              </a:spcAft>
              <a:buSzPts val="1400"/>
              <a:buNone/>
            </a:pPr>
            <a:endParaRPr>
              <a:solidFill>
                <a:schemeClr val="dk1"/>
              </a:solidFill>
            </a:endParaRPr>
          </a:p>
        </p:txBody>
      </p:sp>
      <p:sp>
        <p:nvSpPr>
          <p:cNvPr id="744" name="Google Shape;744;p94"/>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Choice of Analytics Approach </a:t>
            </a:r>
            <a:endParaRPr/>
          </a:p>
          <a:p>
            <a:pPr marL="0" lvl="0" indent="0" algn="l" rtl="0">
              <a:lnSpc>
                <a:spcPct val="100000"/>
              </a:lnSpc>
              <a:spcBef>
                <a:spcPts val="0"/>
              </a:spcBef>
              <a:spcAft>
                <a:spcPts val="0"/>
              </a:spcAft>
              <a:buSzPts val="2800"/>
              <a:buNone/>
            </a:pPr>
            <a:r>
              <a:rPr lang="en"/>
              <a:t>and Insights</a:t>
            </a:r>
            <a:endParaRPr/>
          </a:p>
        </p:txBody>
      </p:sp>
      <p:sp>
        <p:nvSpPr>
          <p:cNvPr id="745" name="Google Shape;745;p94"/>
          <p:cNvSpPr txBox="1"/>
          <p:nvPr/>
        </p:nvSpPr>
        <p:spPr>
          <a:xfrm>
            <a:off x="1209025" y="1931050"/>
            <a:ext cx="2004000" cy="6156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Average </a:t>
            </a:r>
            <a:r>
              <a:rPr lang="en" sz="1400" b="1" i="0" u="none" strike="noStrike" cap="none">
                <a:solidFill>
                  <a:schemeClr val="dk1"/>
                </a:solidFill>
                <a:latin typeface="Montserrat"/>
                <a:ea typeface="Montserrat"/>
                <a:cs typeface="Montserrat"/>
                <a:sym typeface="Montserrat"/>
              </a:rPr>
              <a:t>Sentiment </a:t>
            </a:r>
            <a:r>
              <a:rPr lang="en" sz="1400" b="0" i="0" u="none" strike="noStrike" cap="none">
                <a:solidFill>
                  <a:schemeClr val="dk1"/>
                </a:solidFill>
                <a:latin typeface="Montserrat"/>
                <a:ea typeface="Montserrat"/>
                <a:cs typeface="Montserrat"/>
                <a:sym typeface="Montserrat"/>
              </a:rPr>
              <a:t>Score of the day</a:t>
            </a:r>
            <a:endParaRPr sz="1400" b="0" i="0" u="none" strike="noStrike" cap="none">
              <a:solidFill>
                <a:schemeClr val="dk1"/>
              </a:solidFill>
              <a:latin typeface="Montserrat"/>
              <a:ea typeface="Montserrat"/>
              <a:cs typeface="Montserrat"/>
              <a:sym typeface="Montserrat"/>
            </a:endParaRPr>
          </a:p>
        </p:txBody>
      </p:sp>
      <p:sp>
        <p:nvSpPr>
          <p:cNvPr id="746" name="Google Shape;746;p94"/>
          <p:cNvSpPr txBox="1"/>
          <p:nvPr/>
        </p:nvSpPr>
        <p:spPr>
          <a:xfrm>
            <a:off x="3373000" y="1931050"/>
            <a:ext cx="1361100" cy="6156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Montserrat"/>
                <a:ea typeface="Montserrat"/>
                <a:cs typeface="Montserrat"/>
                <a:sym typeface="Montserrat"/>
              </a:rPr>
              <a:t>Correlation </a:t>
            </a:r>
            <a:r>
              <a:rPr lang="en" sz="1400" b="0" i="0" u="none" strike="noStrike" cap="none">
                <a:solidFill>
                  <a:schemeClr val="dk1"/>
                </a:solidFill>
                <a:latin typeface="Montserrat"/>
                <a:ea typeface="Montserrat"/>
                <a:cs typeface="Montserrat"/>
                <a:sym typeface="Montserrat"/>
              </a:rPr>
              <a:t>score</a:t>
            </a:r>
            <a:endParaRPr sz="1400" b="0" i="0" u="none" strike="noStrike" cap="none">
              <a:solidFill>
                <a:schemeClr val="dk1"/>
              </a:solidFill>
              <a:latin typeface="Montserrat"/>
              <a:ea typeface="Montserrat"/>
              <a:cs typeface="Montserrat"/>
              <a:sym typeface="Montserrat"/>
            </a:endParaRPr>
          </a:p>
        </p:txBody>
      </p:sp>
      <p:sp>
        <p:nvSpPr>
          <p:cNvPr id="747" name="Google Shape;747;p94"/>
          <p:cNvSpPr txBox="1"/>
          <p:nvPr/>
        </p:nvSpPr>
        <p:spPr>
          <a:xfrm>
            <a:off x="4874700" y="1931050"/>
            <a:ext cx="1361100" cy="6156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Today’s </a:t>
            </a:r>
            <a:r>
              <a:rPr lang="en" sz="1400" b="1" i="0" u="none" strike="noStrike" cap="none">
                <a:solidFill>
                  <a:schemeClr val="dk1"/>
                </a:solidFill>
                <a:latin typeface="Montserrat"/>
                <a:ea typeface="Montserrat"/>
                <a:cs typeface="Montserrat"/>
                <a:sym typeface="Montserrat"/>
              </a:rPr>
              <a:t>prediction</a:t>
            </a:r>
            <a:endParaRPr sz="1400" b="1" i="0" u="none" strike="noStrike" cap="none">
              <a:solidFill>
                <a:schemeClr val="dk1"/>
              </a:solidFill>
              <a:latin typeface="Montserrat"/>
              <a:ea typeface="Montserrat"/>
              <a:cs typeface="Montserrat"/>
              <a:sym typeface="Montserrat"/>
            </a:endParaRPr>
          </a:p>
        </p:txBody>
      </p:sp>
      <p:sp>
        <p:nvSpPr>
          <p:cNvPr id="748" name="Google Shape;748;p94"/>
          <p:cNvSpPr txBox="1"/>
          <p:nvPr/>
        </p:nvSpPr>
        <p:spPr>
          <a:xfrm>
            <a:off x="6385250" y="1931050"/>
            <a:ext cx="1312500" cy="6156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Yesterday’s </a:t>
            </a:r>
            <a:r>
              <a:rPr lang="en" sz="1400" b="1" i="0" u="none" strike="noStrike" cap="none">
                <a:solidFill>
                  <a:schemeClr val="dk1"/>
                </a:solidFill>
                <a:latin typeface="Montserrat"/>
                <a:ea typeface="Montserrat"/>
                <a:cs typeface="Montserrat"/>
                <a:sym typeface="Montserrat"/>
              </a:rPr>
              <a:t>actual </a:t>
            </a:r>
            <a:r>
              <a:rPr lang="en" sz="1400" b="0" i="0" u="none" strike="noStrike" cap="none">
                <a:solidFill>
                  <a:schemeClr val="dk1"/>
                </a:solidFill>
                <a:latin typeface="Montserrat"/>
                <a:ea typeface="Montserrat"/>
                <a:cs typeface="Montserrat"/>
                <a:sym typeface="Montserrat"/>
              </a:rPr>
              <a:t>price</a:t>
            </a:r>
            <a:endParaRPr sz="1400" b="0" i="0" u="none" strike="noStrike" cap="none">
              <a:solidFill>
                <a:schemeClr val="dk1"/>
              </a:solidFill>
              <a:latin typeface="Montserrat"/>
              <a:ea typeface="Montserrat"/>
              <a:cs typeface="Montserrat"/>
              <a:sym typeface="Montserrat"/>
            </a:endParaRPr>
          </a:p>
        </p:txBody>
      </p:sp>
      <p:sp>
        <p:nvSpPr>
          <p:cNvPr id="749" name="Google Shape;749;p94"/>
          <p:cNvSpPr/>
          <p:nvPr/>
        </p:nvSpPr>
        <p:spPr>
          <a:xfrm rot="-5396754">
            <a:off x="4135711" y="2810227"/>
            <a:ext cx="635400" cy="544800"/>
          </a:xfrm>
          <a:prstGeom prst="left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94"/>
          <p:cNvSpPr txBox="1"/>
          <p:nvPr/>
        </p:nvSpPr>
        <p:spPr>
          <a:xfrm>
            <a:off x="713225" y="3618600"/>
            <a:ext cx="8117400" cy="11391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chemeClr val="dk1"/>
              </a:buClr>
              <a:buSzPts val="1600"/>
              <a:buFont typeface="Barlow"/>
              <a:buChar char="●"/>
            </a:pPr>
            <a:r>
              <a:rPr lang="en" sz="1400" b="0" i="0" u="none" strike="noStrike" cap="none">
                <a:solidFill>
                  <a:schemeClr val="dk1"/>
                </a:solidFill>
                <a:latin typeface="Montserrat"/>
                <a:ea typeface="Montserrat"/>
                <a:cs typeface="Montserrat"/>
                <a:sym typeface="Montserrat"/>
              </a:rPr>
              <a:t>Help </a:t>
            </a:r>
            <a:r>
              <a:rPr lang="en" sz="1400" b="1" i="0" u="none" strike="noStrike" cap="none">
                <a:solidFill>
                  <a:schemeClr val="dk1"/>
                </a:solidFill>
                <a:latin typeface="Montserrat"/>
                <a:ea typeface="Montserrat"/>
                <a:cs typeface="Montserrat"/>
                <a:sym typeface="Montserrat"/>
              </a:rPr>
              <a:t>predict </a:t>
            </a:r>
            <a:r>
              <a:rPr lang="en" sz="1400" b="0" i="0" u="none" strike="noStrike" cap="none">
                <a:solidFill>
                  <a:schemeClr val="dk1"/>
                </a:solidFill>
                <a:latin typeface="Montserrat"/>
                <a:ea typeface="Montserrat"/>
                <a:cs typeface="Montserrat"/>
                <a:sym typeface="Montserrat"/>
              </a:rPr>
              <a:t>price</a:t>
            </a:r>
            <a:endParaRPr sz="1400" b="0" i="0" u="none" strike="noStrike" cap="none">
              <a:solidFill>
                <a:schemeClr val="dk1"/>
              </a:solidFill>
              <a:latin typeface="Montserrat"/>
              <a:ea typeface="Montserrat"/>
              <a:cs typeface="Montserrat"/>
              <a:sym typeface="Montserrat"/>
            </a:endParaRPr>
          </a:p>
          <a:p>
            <a:pPr marL="457200" marR="0" lvl="0" indent="-330200" algn="l" rtl="0">
              <a:lnSpc>
                <a:spcPct val="100000"/>
              </a:lnSpc>
              <a:spcBef>
                <a:spcPts val="0"/>
              </a:spcBef>
              <a:spcAft>
                <a:spcPts val="0"/>
              </a:spcAft>
              <a:buClr>
                <a:schemeClr val="dk1"/>
              </a:buClr>
              <a:buSzPts val="1600"/>
              <a:buFont typeface="Barlow"/>
              <a:buChar char="●"/>
            </a:pPr>
            <a:r>
              <a:rPr lang="en" sz="1400" b="0" i="0" u="none" strike="noStrike" cap="none">
                <a:solidFill>
                  <a:schemeClr val="dk1"/>
                </a:solidFill>
                <a:latin typeface="Montserrat"/>
                <a:ea typeface="Montserrat"/>
                <a:cs typeface="Montserrat"/>
                <a:sym typeface="Montserrat"/>
              </a:rPr>
              <a:t>Understand </a:t>
            </a:r>
            <a:r>
              <a:rPr lang="en" sz="1400" b="1" i="0" u="none" strike="noStrike" cap="none">
                <a:solidFill>
                  <a:schemeClr val="dk1"/>
                </a:solidFill>
                <a:latin typeface="Montserrat"/>
                <a:ea typeface="Montserrat"/>
                <a:cs typeface="Montserrat"/>
                <a:sym typeface="Montserrat"/>
              </a:rPr>
              <a:t>correlation </a:t>
            </a:r>
            <a:r>
              <a:rPr lang="en" sz="1400" b="0" i="0" u="none" strike="noStrike" cap="none">
                <a:solidFill>
                  <a:schemeClr val="dk1"/>
                </a:solidFill>
                <a:latin typeface="Montserrat"/>
                <a:ea typeface="Montserrat"/>
                <a:cs typeface="Montserrat"/>
                <a:sym typeface="Montserrat"/>
              </a:rPr>
              <a:t>of selected stock with </a:t>
            </a:r>
            <a:r>
              <a:rPr lang="en" sz="1400" b="1" i="0" u="none" strike="noStrike" cap="none">
                <a:solidFill>
                  <a:schemeClr val="dk1"/>
                </a:solidFill>
                <a:latin typeface="Montserrat"/>
                <a:ea typeface="Montserrat"/>
                <a:cs typeface="Montserrat"/>
                <a:sym typeface="Montserrat"/>
              </a:rPr>
              <a:t>sentiment </a:t>
            </a:r>
            <a:r>
              <a:rPr lang="en" sz="1400" b="0" i="0" u="none" strike="noStrike" cap="none">
                <a:solidFill>
                  <a:schemeClr val="dk1"/>
                </a:solidFill>
                <a:latin typeface="Montserrat"/>
                <a:ea typeface="Montserrat"/>
                <a:cs typeface="Montserrat"/>
                <a:sym typeface="Montserrat"/>
              </a:rPr>
              <a:t>(positive/negative)</a:t>
            </a:r>
            <a:endParaRPr sz="1400" b="0" i="0" u="none" strike="noStrike" cap="none">
              <a:solidFill>
                <a:schemeClr val="dk1"/>
              </a:solidFill>
              <a:latin typeface="Montserrat"/>
              <a:ea typeface="Montserrat"/>
              <a:cs typeface="Montserrat"/>
              <a:sym typeface="Montserrat"/>
            </a:endParaRPr>
          </a:p>
          <a:p>
            <a:pPr marL="457200" marR="0" lvl="0" indent="-330200" algn="l" rtl="0">
              <a:lnSpc>
                <a:spcPct val="100000"/>
              </a:lnSpc>
              <a:spcBef>
                <a:spcPts val="0"/>
              </a:spcBef>
              <a:spcAft>
                <a:spcPts val="0"/>
              </a:spcAft>
              <a:buClr>
                <a:schemeClr val="dk1"/>
              </a:buClr>
              <a:buSzPts val="1600"/>
              <a:buFont typeface="Barlow"/>
              <a:buChar char="●"/>
            </a:pPr>
            <a:r>
              <a:rPr lang="en">
                <a:solidFill>
                  <a:schemeClr val="dk1"/>
                </a:solidFill>
                <a:latin typeface="Montserrat"/>
                <a:ea typeface="Montserrat"/>
                <a:cs typeface="Montserrat"/>
                <a:sym typeface="Montserrat"/>
              </a:rPr>
              <a:t>Clients/Bankers</a:t>
            </a:r>
            <a:r>
              <a:rPr lang="en" sz="1400" b="0" i="0" u="none" strike="noStrike" cap="none">
                <a:solidFill>
                  <a:schemeClr val="dk1"/>
                </a:solidFill>
                <a:latin typeface="Montserrat"/>
                <a:ea typeface="Montserrat"/>
                <a:cs typeface="Montserrat"/>
                <a:sym typeface="Montserrat"/>
              </a:rPr>
              <a:t> will be able to make Buy/Sell/Hold </a:t>
            </a:r>
            <a:r>
              <a:rPr lang="en" sz="1400" b="1" i="0" u="none" strike="noStrike" cap="none">
                <a:solidFill>
                  <a:schemeClr val="dk1"/>
                </a:solidFill>
                <a:latin typeface="Montserrat"/>
                <a:ea typeface="Montserrat"/>
                <a:cs typeface="Montserrat"/>
                <a:sym typeface="Montserrat"/>
              </a:rPr>
              <a:t>decision </a:t>
            </a:r>
            <a:r>
              <a:rPr lang="en" sz="1400" b="0" i="0" u="none" strike="noStrike" cap="none">
                <a:solidFill>
                  <a:schemeClr val="dk1"/>
                </a:solidFill>
                <a:latin typeface="Montserrat"/>
                <a:ea typeface="Montserrat"/>
                <a:cs typeface="Montserrat"/>
                <a:sym typeface="Montserrat"/>
              </a:rPr>
              <a:t>using </a:t>
            </a:r>
            <a:r>
              <a:rPr lang="en">
                <a:solidFill>
                  <a:schemeClr val="dk1"/>
                </a:solidFill>
                <a:latin typeface="Montserrat"/>
                <a:ea typeface="Montserrat"/>
                <a:cs typeface="Montserrat"/>
                <a:sym typeface="Montserrat"/>
              </a:rPr>
              <a:t>Decision Tree prediction</a:t>
            </a:r>
            <a:endParaRPr sz="1400" b="0" i="0" u="none" strike="noStrike" cap="none">
              <a:solidFill>
                <a:srgbClr val="000000"/>
              </a:solidFill>
              <a:latin typeface="Arial"/>
              <a:ea typeface="Arial"/>
              <a:cs typeface="Arial"/>
              <a:sym typeface="Arial"/>
            </a:endParaRPr>
          </a:p>
        </p:txBody>
      </p:sp>
      <p:sp>
        <p:nvSpPr>
          <p:cNvPr id="751" name="Google Shape;751;p94"/>
          <p:cNvSpPr txBox="1"/>
          <p:nvPr/>
        </p:nvSpPr>
        <p:spPr>
          <a:xfrm>
            <a:off x="713225" y="321840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600"/>
              </a:spcAft>
              <a:buClr>
                <a:srgbClr val="000000"/>
              </a:buClr>
              <a:buSzPts val="1400"/>
              <a:buFont typeface="Arial"/>
              <a:buNone/>
            </a:pPr>
            <a:r>
              <a:rPr lang="en" sz="1400" b="1" i="0" u="none" strike="noStrike" cap="none">
                <a:solidFill>
                  <a:schemeClr val="accent1"/>
                </a:solidFill>
                <a:latin typeface="Montserrat"/>
                <a:ea typeface="Montserrat"/>
                <a:cs typeface="Montserrat"/>
                <a:sym typeface="Montserrat"/>
              </a:rPr>
              <a:t>Insights: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755"/>
        <p:cNvGrpSpPr/>
        <p:nvPr/>
      </p:nvGrpSpPr>
      <p:grpSpPr>
        <a:xfrm>
          <a:off x="0" y="0"/>
          <a:ext cx="0" cy="0"/>
          <a:chOff x="0" y="0"/>
          <a:chExt cx="0" cy="0"/>
        </a:xfrm>
      </p:grpSpPr>
      <p:sp>
        <p:nvSpPr>
          <p:cNvPr id="756" name="Google Shape;756;p95"/>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Decision Tree</a:t>
            </a:r>
            <a:endParaRPr/>
          </a:p>
        </p:txBody>
      </p:sp>
      <p:sp>
        <p:nvSpPr>
          <p:cNvPr id="757" name="Google Shape;757;p95"/>
          <p:cNvSpPr txBox="1"/>
          <p:nvPr/>
        </p:nvSpPr>
        <p:spPr>
          <a:xfrm>
            <a:off x="559050" y="1754500"/>
            <a:ext cx="3514500" cy="4002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Prediction Price vs Yesterday’s price</a:t>
            </a:r>
            <a:endParaRPr sz="1400" b="0" i="0" u="none" strike="noStrike" cap="none">
              <a:solidFill>
                <a:schemeClr val="dk1"/>
              </a:solidFill>
              <a:latin typeface="Montserrat"/>
              <a:ea typeface="Montserrat"/>
              <a:cs typeface="Montserrat"/>
              <a:sym typeface="Montserrat"/>
            </a:endParaRPr>
          </a:p>
        </p:txBody>
      </p:sp>
      <p:sp>
        <p:nvSpPr>
          <p:cNvPr id="758" name="Google Shape;758;p95"/>
          <p:cNvSpPr txBox="1"/>
          <p:nvPr/>
        </p:nvSpPr>
        <p:spPr>
          <a:xfrm>
            <a:off x="4351950" y="1754500"/>
            <a:ext cx="2008500" cy="4002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Positive Correlation</a:t>
            </a:r>
            <a:endParaRPr sz="1400" b="0" i="0" u="none" strike="noStrike" cap="none">
              <a:solidFill>
                <a:schemeClr val="dk1"/>
              </a:solidFill>
              <a:latin typeface="Montserrat"/>
              <a:ea typeface="Montserrat"/>
              <a:cs typeface="Montserrat"/>
              <a:sym typeface="Montserrat"/>
            </a:endParaRPr>
          </a:p>
        </p:txBody>
      </p:sp>
      <p:sp>
        <p:nvSpPr>
          <p:cNvPr id="759" name="Google Shape;759;p95"/>
          <p:cNvSpPr txBox="1"/>
          <p:nvPr/>
        </p:nvSpPr>
        <p:spPr>
          <a:xfrm>
            <a:off x="6511625" y="1754500"/>
            <a:ext cx="1919100" cy="400200"/>
          </a:xfrm>
          <a:prstGeom prst="rect">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Montserrat"/>
                <a:ea typeface="Montserrat"/>
                <a:cs typeface="Montserrat"/>
                <a:sym typeface="Montserrat"/>
              </a:rPr>
              <a:t>Today’s Sentiment</a:t>
            </a:r>
            <a:endParaRPr sz="1400" b="0" i="0" u="none" strike="noStrike" cap="none">
              <a:solidFill>
                <a:schemeClr val="dk1"/>
              </a:solidFill>
              <a:latin typeface="Montserrat"/>
              <a:ea typeface="Montserrat"/>
              <a:cs typeface="Montserrat"/>
              <a:sym typeface="Montserrat"/>
            </a:endParaRPr>
          </a:p>
        </p:txBody>
      </p:sp>
      <p:sp>
        <p:nvSpPr>
          <p:cNvPr id="760" name="Google Shape;760;p95"/>
          <p:cNvSpPr txBox="1"/>
          <p:nvPr/>
        </p:nvSpPr>
        <p:spPr>
          <a:xfrm>
            <a:off x="1781550" y="1155525"/>
            <a:ext cx="978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Gate 1</a:t>
            </a:r>
            <a:endParaRPr sz="1400" b="0" i="0" u="none" strike="noStrike" cap="none">
              <a:solidFill>
                <a:srgbClr val="000000"/>
              </a:solidFill>
              <a:latin typeface="Montserrat"/>
              <a:ea typeface="Montserrat"/>
              <a:cs typeface="Montserrat"/>
              <a:sym typeface="Montserrat"/>
            </a:endParaRPr>
          </a:p>
        </p:txBody>
      </p:sp>
      <p:sp>
        <p:nvSpPr>
          <p:cNvPr id="761" name="Google Shape;761;p95"/>
          <p:cNvSpPr txBox="1"/>
          <p:nvPr/>
        </p:nvSpPr>
        <p:spPr>
          <a:xfrm>
            <a:off x="5970125" y="1155525"/>
            <a:ext cx="978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Gate 2</a:t>
            </a:r>
            <a:endParaRPr sz="1400" b="0" i="0" u="none" strike="noStrike" cap="none">
              <a:solidFill>
                <a:srgbClr val="000000"/>
              </a:solidFill>
              <a:latin typeface="Montserrat"/>
              <a:ea typeface="Montserrat"/>
              <a:cs typeface="Montserrat"/>
              <a:sym typeface="Montserrat"/>
            </a:endParaRPr>
          </a:p>
        </p:txBody>
      </p:sp>
      <p:sp>
        <p:nvSpPr>
          <p:cNvPr id="762" name="Google Shape;762;p95"/>
          <p:cNvSpPr txBox="1"/>
          <p:nvPr/>
        </p:nvSpPr>
        <p:spPr>
          <a:xfrm>
            <a:off x="939000" y="2455925"/>
            <a:ext cx="28326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predicted &gt; yesterday: 	+1</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Else 					-1</a:t>
            </a:r>
            <a:endParaRPr sz="1400" b="0" i="0" u="none" strike="noStrike" cap="none">
              <a:solidFill>
                <a:srgbClr val="000000"/>
              </a:solidFill>
              <a:latin typeface="Montserrat"/>
              <a:ea typeface="Montserrat"/>
              <a:cs typeface="Montserrat"/>
              <a:sym typeface="Montserrat"/>
            </a:endParaRPr>
          </a:p>
        </p:txBody>
      </p:sp>
      <p:sp>
        <p:nvSpPr>
          <p:cNvPr id="763" name="Google Shape;763;p95"/>
          <p:cNvSpPr txBox="1"/>
          <p:nvPr/>
        </p:nvSpPr>
        <p:spPr>
          <a:xfrm>
            <a:off x="4351950" y="2528150"/>
            <a:ext cx="4659300" cy="212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positive correlation + positive sentiment	+1</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positive correlation + negative sentiment	-1</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negative correlation + positive sentiment	-1</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negative correlation + negative sentiment 	+1</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*Scores are doubled if correlation &gt;= 0.4 or &lt;= -0.4</a:t>
            </a:r>
            <a:endParaRPr sz="1400" b="0" i="0" u="none" strike="noStrike" cap="none">
              <a:solidFill>
                <a:srgbClr val="000000"/>
              </a:solidFill>
              <a:latin typeface="Montserrat"/>
              <a:ea typeface="Montserrat"/>
              <a:cs typeface="Montserrat"/>
              <a:sym typeface="Montserrat"/>
            </a:endParaRPr>
          </a:p>
        </p:txBody>
      </p:sp>
      <p:sp>
        <p:nvSpPr>
          <p:cNvPr id="764" name="Google Shape;764;p95"/>
          <p:cNvSpPr txBox="1"/>
          <p:nvPr/>
        </p:nvSpPr>
        <p:spPr>
          <a:xfrm>
            <a:off x="650150" y="4068775"/>
            <a:ext cx="2993100" cy="831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gate &gt;= 2		Buy</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If gate &lt;= -2		Sell</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Else				Hold</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768"/>
        <p:cNvGrpSpPr/>
        <p:nvPr/>
      </p:nvGrpSpPr>
      <p:grpSpPr>
        <a:xfrm>
          <a:off x="0" y="0"/>
          <a:ext cx="0" cy="0"/>
          <a:chOff x="0" y="0"/>
          <a:chExt cx="0" cy="0"/>
        </a:xfrm>
      </p:grpSpPr>
      <p:sp>
        <p:nvSpPr>
          <p:cNvPr id="769" name="Google Shape;769;p96"/>
          <p:cNvSpPr txBox="1">
            <a:spLocks noGrp="1"/>
          </p:cNvSpPr>
          <p:nvPr>
            <p:ph type="title"/>
          </p:nvPr>
        </p:nvSpPr>
        <p:spPr>
          <a:xfrm>
            <a:off x="2986525" y="2575763"/>
            <a:ext cx="5707500" cy="8418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3600"/>
              <a:buNone/>
            </a:pPr>
            <a:r>
              <a:rPr lang="en"/>
              <a:t>POC App</a:t>
            </a:r>
            <a:endParaRPr/>
          </a:p>
        </p:txBody>
      </p:sp>
      <p:sp>
        <p:nvSpPr>
          <p:cNvPr id="770" name="Google Shape;770;p96"/>
          <p:cNvSpPr txBox="1">
            <a:spLocks noGrp="1"/>
          </p:cNvSpPr>
          <p:nvPr>
            <p:ph type="subTitle" idx="1"/>
          </p:nvPr>
        </p:nvSpPr>
        <p:spPr>
          <a:xfrm>
            <a:off x="3968350" y="3589200"/>
            <a:ext cx="4462500" cy="6780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en">
                <a:solidFill>
                  <a:schemeClr val="accent2"/>
                </a:solidFill>
              </a:rPr>
              <a:t>Features, Challenges, Future work, Success measures, Competitive edge</a:t>
            </a:r>
            <a:endParaRPr>
              <a:solidFill>
                <a:schemeClr val="accent2"/>
              </a:solidFill>
            </a:endParaRPr>
          </a:p>
        </p:txBody>
      </p:sp>
      <p:sp>
        <p:nvSpPr>
          <p:cNvPr id="771" name="Google Shape;771;p96"/>
          <p:cNvSpPr txBox="1">
            <a:spLocks noGrp="1"/>
          </p:cNvSpPr>
          <p:nvPr>
            <p:ph type="title" idx="2"/>
          </p:nvPr>
        </p:nvSpPr>
        <p:spPr>
          <a:xfrm>
            <a:off x="3968350" y="1262325"/>
            <a:ext cx="4462500" cy="11418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7200"/>
              <a:buNone/>
            </a:pPr>
            <a:r>
              <a:rPr lang="en"/>
              <a:t>04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97"/>
          <p:cNvSpPr txBox="1">
            <a:spLocks noGrp="1"/>
          </p:cNvSpPr>
          <p:nvPr>
            <p:ph type="title"/>
          </p:nvPr>
        </p:nvSpPr>
        <p:spPr>
          <a:xfrm>
            <a:off x="713225" y="1170000"/>
            <a:ext cx="5533200" cy="2803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6000"/>
              <a:t>Conclusion</a:t>
            </a:r>
            <a:endParaRPr sz="60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8"/>
          <p:cNvSpPr txBox="1">
            <a:spLocks noGrp="1"/>
          </p:cNvSpPr>
          <p:nvPr>
            <p:ph type="subTitle" idx="1"/>
          </p:nvPr>
        </p:nvSpPr>
        <p:spPr>
          <a:xfrm>
            <a:off x="5390600" y="1602775"/>
            <a:ext cx="3383700" cy="423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1600"/>
              </a:spcAft>
              <a:buSzPts val="1800"/>
              <a:buNone/>
            </a:pPr>
            <a:r>
              <a:rPr lang="en"/>
              <a:t>Word Cloud &amp; Comments</a:t>
            </a:r>
            <a:endParaRPr/>
          </a:p>
        </p:txBody>
      </p:sp>
      <p:sp>
        <p:nvSpPr>
          <p:cNvPr id="782" name="Google Shape;782;p98"/>
          <p:cNvSpPr txBox="1">
            <a:spLocks noGrp="1"/>
          </p:cNvSpPr>
          <p:nvPr>
            <p:ph type="subTitle" idx="2"/>
          </p:nvPr>
        </p:nvSpPr>
        <p:spPr>
          <a:xfrm>
            <a:off x="5730086" y="2015550"/>
            <a:ext cx="2479500" cy="8727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1600"/>
              </a:spcAft>
              <a:buClr>
                <a:schemeClr val="dk1"/>
              </a:buClr>
              <a:buSzPts val="1100"/>
              <a:buFont typeface="Arial"/>
              <a:buNone/>
            </a:pPr>
            <a:r>
              <a:rPr lang="en"/>
              <a:t>From cleaned content to see what word is  </a:t>
            </a:r>
            <a:r>
              <a:rPr lang="en">
                <a:solidFill>
                  <a:schemeClr val="dk2"/>
                </a:solidFill>
              </a:rPr>
              <a:t>frequently mentioned</a:t>
            </a:r>
            <a:endParaRPr>
              <a:solidFill>
                <a:schemeClr val="dk2"/>
              </a:solidFill>
            </a:endParaRPr>
          </a:p>
        </p:txBody>
      </p:sp>
      <p:sp>
        <p:nvSpPr>
          <p:cNvPr id="783" name="Google Shape;783;p98"/>
          <p:cNvSpPr txBox="1">
            <a:spLocks noGrp="1"/>
          </p:cNvSpPr>
          <p:nvPr>
            <p:ph type="subTitle" idx="3"/>
          </p:nvPr>
        </p:nvSpPr>
        <p:spPr>
          <a:xfrm>
            <a:off x="5338125" y="3422200"/>
            <a:ext cx="3346800" cy="340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a:t>Hourly Tracking of Sentiment Scores</a:t>
            </a:r>
            <a:endParaRPr/>
          </a:p>
        </p:txBody>
      </p:sp>
      <p:sp>
        <p:nvSpPr>
          <p:cNvPr id="784" name="Google Shape;784;p98"/>
          <p:cNvSpPr txBox="1">
            <a:spLocks noGrp="1"/>
          </p:cNvSpPr>
          <p:nvPr>
            <p:ph type="subTitle" idx="4"/>
          </p:nvPr>
        </p:nvSpPr>
        <p:spPr>
          <a:xfrm>
            <a:off x="5761975" y="4130025"/>
            <a:ext cx="2479500" cy="7797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Scrape from latest then visualise results grouping by </a:t>
            </a:r>
            <a:r>
              <a:rPr lang="en">
                <a:solidFill>
                  <a:schemeClr val="dk2"/>
                </a:solidFill>
              </a:rPr>
              <a:t>hour</a:t>
            </a:r>
            <a:endParaRPr>
              <a:solidFill>
                <a:schemeClr val="dk2"/>
              </a:solidFill>
            </a:endParaRPr>
          </a:p>
        </p:txBody>
      </p:sp>
      <p:sp>
        <p:nvSpPr>
          <p:cNvPr id="785" name="Google Shape;785;p98"/>
          <p:cNvSpPr txBox="1">
            <a:spLocks noGrp="1"/>
          </p:cNvSpPr>
          <p:nvPr>
            <p:ph type="subTitle" idx="5"/>
          </p:nvPr>
        </p:nvSpPr>
        <p:spPr>
          <a:xfrm>
            <a:off x="2186965" y="1602775"/>
            <a:ext cx="2479500" cy="423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Recommendations</a:t>
            </a:r>
            <a:endParaRPr/>
          </a:p>
          <a:p>
            <a:pPr marL="0" lvl="0" indent="0" algn="ctr" rtl="0">
              <a:lnSpc>
                <a:spcPct val="100000"/>
              </a:lnSpc>
              <a:spcBef>
                <a:spcPts val="1600"/>
              </a:spcBef>
              <a:spcAft>
                <a:spcPts val="1600"/>
              </a:spcAft>
              <a:buSzPts val="1800"/>
              <a:buNone/>
            </a:pPr>
            <a:endParaRPr/>
          </a:p>
        </p:txBody>
      </p:sp>
      <p:sp>
        <p:nvSpPr>
          <p:cNvPr id="786" name="Google Shape;786;p98"/>
          <p:cNvSpPr txBox="1">
            <a:spLocks noGrp="1"/>
          </p:cNvSpPr>
          <p:nvPr>
            <p:ph type="subTitle" idx="6"/>
          </p:nvPr>
        </p:nvSpPr>
        <p:spPr>
          <a:xfrm>
            <a:off x="2186986" y="2015550"/>
            <a:ext cx="2479500" cy="8727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Using a </a:t>
            </a:r>
            <a:r>
              <a:rPr lang="en">
                <a:solidFill>
                  <a:schemeClr val="dk2"/>
                </a:solidFill>
              </a:rPr>
              <a:t>Decision Tree  </a:t>
            </a:r>
            <a:r>
              <a:rPr lang="en"/>
              <a:t>to give recommendations to buy/hold/sell</a:t>
            </a:r>
            <a:endParaRPr/>
          </a:p>
          <a:p>
            <a:pPr marL="0" lvl="0" indent="0" algn="l" rtl="0">
              <a:lnSpc>
                <a:spcPct val="100000"/>
              </a:lnSpc>
              <a:spcBef>
                <a:spcPts val="0"/>
              </a:spcBef>
              <a:spcAft>
                <a:spcPts val="0"/>
              </a:spcAft>
              <a:buClr>
                <a:schemeClr val="dk1"/>
              </a:buClr>
              <a:buSzPts val="1100"/>
              <a:buFont typeface="Arial"/>
              <a:buNone/>
            </a:pPr>
            <a:endParaRPr/>
          </a:p>
        </p:txBody>
      </p:sp>
      <p:sp>
        <p:nvSpPr>
          <p:cNvPr id="787" name="Google Shape;787;p98"/>
          <p:cNvSpPr txBox="1">
            <a:spLocks noGrp="1"/>
          </p:cNvSpPr>
          <p:nvPr>
            <p:ph type="subTitle" idx="7"/>
          </p:nvPr>
        </p:nvSpPr>
        <p:spPr>
          <a:xfrm>
            <a:off x="2169826" y="3594201"/>
            <a:ext cx="2479500" cy="340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a:t>Linear Scores</a:t>
            </a:r>
            <a:endParaRPr/>
          </a:p>
        </p:txBody>
      </p:sp>
      <p:sp>
        <p:nvSpPr>
          <p:cNvPr id="788" name="Google Shape;788;p98"/>
          <p:cNvSpPr txBox="1">
            <a:spLocks noGrp="1"/>
          </p:cNvSpPr>
          <p:nvPr>
            <p:ph type="subTitle" idx="8"/>
          </p:nvPr>
        </p:nvSpPr>
        <p:spPr>
          <a:xfrm>
            <a:off x="2236250" y="4056525"/>
            <a:ext cx="2479500" cy="872700"/>
          </a:xfrm>
          <a:prstGeom prst="rect">
            <a:avLst/>
          </a:prstGeom>
          <a:solidFill>
            <a:schemeClr val="lt2"/>
          </a:solidFill>
          <a:ln w="9525" cap="flat" cmpd="sng">
            <a:solidFill>
              <a:schemeClr val="accent1"/>
            </a:solidFill>
            <a:prstDash val="dash"/>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2"/>
                </a:solidFill>
              </a:rPr>
              <a:t>Sentiment </a:t>
            </a:r>
            <a:r>
              <a:rPr lang="en"/>
              <a:t>score (positive/negative) &amp; </a:t>
            </a:r>
            <a:r>
              <a:rPr lang="en">
                <a:solidFill>
                  <a:schemeClr val="dk2"/>
                </a:solidFill>
              </a:rPr>
              <a:t>error</a:t>
            </a:r>
            <a:endParaRPr>
              <a:solidFill>
                <a:schemeClr val="dk2"/>
              </a:solidFill>
            </a:endParaRPr>
          </a:p>
        </p:txBody>
      </p:sp>
      <p:sp>
        <p:nvSpPr>
          <p:cNvPr id="789" name="Google Shape;789;p98"/>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Solution Features</a:t>
            </a:r>
            <a:endParaRPr/>
          </a:p>
          <a:p>
            <a:pPr marL="0" lvl="0" indent="0" algn="r" rtl="0">
              <a:lnSpc>
                <a:spcPct val="100000"/>
              </a:lnSpc>
              <a:spcBef>
                <a:spcPts val="0"/>
              </a:spcBef>
              <a:spcAft>
                <a:spcPts val="0"/>
              </a:spcAft>
              <a:buSzPts val="2800"/>
              <a:buNone/>
            </a:pPr>
            <a:endParaRPr/>
          </a:p>
        </p:txBody>
      </p:sp>
      <p:pic>
        <p:nvPicPr>
          <p:cNvPr id="790" name="Google Shape;790;p98"/>
          <p:cNvPicPr preferRelativeResize="0"/>
          <p:nvPr/>
        </p:nvPicPr>
        <p:blipFill rotWithShape="1">
          <a:blip r:embed="rId3">
            <a:alphaModFix/>
          </a:blip>
          <a:srcRect/>
          <a:stretch/>
        </p:blipFill>
        <p:spPr>
          <a:xfrm>
            <a:off x="3116550" y="1127922"/>
            <a:ext cx="474851" cy="474851"/>
          </a:xfrm>
          <a:prstGeom prst="rect">
            <a:avLst/>
          </a:prstGeom>
          <a:noFill/>
          <a:ln>
            <a:noFill/>
          </a:ln>
        </p:spPr>
      </p:pic>
      <p:pic>
        <p:nvPicPr>
          <p:cNvPr id="791" name="Google Shape;791;p98"/>
          <p:cNvPicPr preferRelativeResize="0"/>
          <p:nvPr/>
        </p:nvPicPr>
        <p:blipFill rotWithShape="1">
          <a:blip r:embed="rId4">
            <a:alphaModFix/>
          </a:blip>
          <a:srcRect/>
          <a:stretch/>
        </p:blipFill>
        <p:spPr>
          <a:xfrm>
            <a:off x="6560175" y="1068883"/>
            <a:ext cx="533900" cy="533900"/>
          </a:xfrm>
          <a:prstGeom prst="rect">
            <a:avLst/>
          </a:prstGeom>
          <a:noFill/>
          <a:ln>
            <a:noFill/>
          </a:ln>
        </p:spPr>
      </p:pic>
      <p:pic>
        <p:nvPicPr>
          <p:cNvPr id="792" name="Google Shape;792;p98"/>
          <p:cNvPicPr preferRelativeResize="0"/>
          <p:nvPr/>
        </p:nvPicPr>
        <p:blipFill rotWithShape="1">
          <a:blip r:embed="rId5">
            <a:alphaModFix/>
          </a:blip>
          <a:srcRect/>
          <a:stretch/>
        </p:blipFill>
        <p:spPr>
          <a:xfrm>
            <a:off x="3172150" y="3119350"/>
            <a:ext cx="474851" cy="474851"/>
          </a:xfrm>
          <a:prstGeom prst="rect">
            <a:avLst/>
          </a:prstGeom>
          <a:noFill/>
          <a:ln>
            <a:noFill/>
          </a:ln>
        </p:spPr>
      </p:pic>
      <p:pic>
        <p:nvPicPr>
          <p:cNvPr id="793" name="Google Shape;793;p98"/>
          <p:cNvPicPr preferRelativeResize="0"/>
          <p:nvPr/>
        </p:nvPicPr>
        <p:blipFill rotWithShape="1">
          <a:blip r:embed="rId6">
            <a:alphaModFix/>
          </a:blip>
          <a:srcRect/>
          <a:stretch/>
        </p:blipFill>
        <p:spPr>
          <a:xfrm>
            <a:off x="6665900" y="3060325"/>
            <a:ext cx="474851" cy="4748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99"/>
          <p:cNvSpPr txBox="1"/>
          <p:nvPr/>
        </p:nvSpPr>
        <p:spPr>
          <a:xfrm>
            <a:off x="974975" y="2327700"/>
            <a:ext cx="2993700" cy="1508100"/>
          </a:xfrm>
          <a:prstGeom prst="rect">
            <a:avLst/>
          </a:prstGeom>
          <a:solidFill>
            <a:srgbClr val="EFEFE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a:latin typeface="Montserrat"/>
                <a:ea typeface="Montserrat"/>
                <a:cs typeface="Montserrat"/>
                <a:sym typeface="Montserrat"/>
              </a:rPr>
              <a:t>As we are only given 4-5 days to implement a solution from scratch, our code is monolithic and relatively messy as we focused on </a:t>
            </a:r>
            <a:r>
              <a:rPr lang="en" b="1">
                <a:latin typeface="Montserrat"/>
                <a:ea typeface="Montserrat"/>
                <a:cs typeface="Montserrat"/>
                <a:sym typeface="Montserrat"/>
              </a:rPr>
              <a:t>correctness in our solution</a:t>
            </a:r>
            <a:r>
              <a:rPr lang="en">
                <a:latin typeface="Montserrat"/>
                <a:ea typeface="Montserrat"/>
                <a:cs typeface="Montserrat"/>
                <a:sym typeface="Montserrat"/>
              </a:rPr>
              <a:t> </a:t>
            </a:r>
            <a:endParaRPr sz="1400" b="0" i="0" u="none" strike="noStrike" cap="none">
              <a:solidFill>
                <a:srgbClr val="000000"/>
              </a:solidFill>
              <a:latin typeface="Montserrat"/>
              <a:ea typeface="Montserrat"/>
              <a:cs typeface="Montserrat"/>
              <a:sym typeface="Montserrat"/>
            </a:endParaRPr>
          </a:p>
        </p:txBody>
      </p:sp>
      <p:sp>
        <p:nvSpPr>
          <p:cNvPr id="799" name="Google Shape;799;p99"/>
          <p:cNvSpPr txBox="1"/>
          <p:nvPr/>
        </p:nvSpPr>
        <p:spPr>
          <a:xfrm>
            <a:off x="974975" y="1725450"/>
            <a:ext cx="2993700" cy="6549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800"/>
              <a:buFont typeface="Arial"/>
              <a:buNone/>
            </a:pPr>
            <a:r>
              <a:rPr lang="en" sz="1800" b="1">
                <a:solidFill>
                  <a:schemeClr val="lt1"/>
                </a:solidFill>
                <a:latin typeface="Montserrat"/>
                <a:ea typeface="Montserrat"/>
                <a:cs typeface="Montserrat"/>
                <a:sym typeface="Montserrat"/>
              </a:rPr>
              <a:t>Lack of time</a:t>
            </a:r>
            <a:endParaRPr sz="1800" b="1" i="0" u="none" strike="noStrike" cap="none">
              <a:solidFill>
                <a:schemeClr val="lt1"/>
              </a:solidFill>
              <a:latin typeface="Montserrat"/>
              <a:ea typeface="Montserrat"/>
              <a:cs typeface="Montserrat"/>
              <a:sym typeface="Montserrat"/>
            </a:endParaRPr>
          </a:p>
        </p:txBody>
      </p:sp>
      <p:sp>
        <p:nvSpPr>
          <p:cNvPr id="800" name="Google Shape;800;p99"/>
          <p:cNvSpPr txBox="1"/>
          <p:nvPr/>
        </p:nvSpPr>
        <p:spPr>
          <a:xfrm>
            <a:off x="4198650" y="1725456"/>
            <a:ext cx="3498900" cy="6549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800"/>
              <a:buFont typeface="Arial"/>
              <a:buNone/>
            </a:pPr>
            <a:r>
              <a:rPr lang="en" sz="1800" b="1">
                <a:solidFill>
                  <a:schemeClr val="lt1"/>
                </a:solidFill>
                <a:latin typeface="Montserrat"/>
                <a:ea typeface="Montserrat"/>
                <a:cs typeface="Montserrat"/>
                <a:sym typeface="Montserrat"/>
              </a:rPr>
              <a:t>Limited Hyperparameter Tuning</a:t>
            </a:r>
            <a:endParaRPr sz="1800" b="1" i="0" u="none" strike="noStrike" cap="none">
              <a:solidFill>
                <a:schemeClr val="lt1"/>
              </a:solidFill>
              <a:latin typeface="Montserrat"/>
              <a:ea typeface="Montserrat"/>
              <a:cs typeface="Montserrat"/>
              <a:sym typeface="Montserrat"/>
            </a:endParaRPr>
          </a:p>
        </p:txBody>
      </p:sp>
      <p:sp>
        <p:nvSpPr>
          <p:cNvPr id="801" name="Google Shape;801;p99"/>
          <p:cNvSpPr txBox="1"/>
          <p:nvPr/>
        </p:nvSpPr>
        <p:spPr>
          <a:xfrm>
            <a:off x="4198650" y="2380500"/>
            <a:ext cx="3498900" cy="1402500"/>
          </a:xfrm>
          <a:prstGeom prst="rect">
            <a:avLst/>
          </a:prstGeom>
          <a:solidFill>
            <a:srgbClr val="EFEFE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400"/>
              <a:buFont typeface="Arial"/>
              <a:buNone/>
            </a:pPr>
            <a:r>
              <a:rPr lang="en">
                <a:latin typeface="Montserrat"/>
                <a:ea typeface="Montserrat"/>
                <a:cs typeface="Montserrat"/>
                <a:sym typeface="Montserrat"/>
              </a:rPr>
              <a:t>Given the time constraint, we do not have sufficient time to perform grid search to find the optimal hyperparameters for our ML models. As such, the </a:t>
            </a:r>
            <a:r>
              <a:rPr lang="en" b="1">
                <a:latin typeface="Montserrat"/>
                <a:ea typeface="Montserrat"/>
                <a:cs typeface="Montserrat"/>
                <a:sym typeface="Montserrat"/>
              </a:rPr>
              <a:t>accuracy could have been better</a:t>
            </a:r>
            <a:endParaRPr sz="1000" b="1" i="0" u="none" strike="noStrike" cap="none">
              <a:solidFill>
                <a:srgbClr val="000000"/>
              </a:solidFill>
              <a:latin typeface="Montserrat"/>
              <a:ea typeface="Montserrat"/>
              <a:cs typeface="Montserrat"/>
              <a:sym typeface="Montserrat"/>
            </a:endParaRPr>
          </a:p>
        </p:txBody>
      </p:sp>
      <p:sp>
        <p:nvSpPr>
          <p:cNvPr id="802" name="Google Shape;802;p99"/>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Limitations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00"/>
          <p:cNvSpPr txBox="1">
            <a:spLocks noGrp="1"/>
          </p:cNvSpPr>
          <p:nvPr>
            <p:ph type="title"/>
          </p:nvPr>
        </p:nvSpPr>
        <p:spPr>
          <a:xfrm>
            <a:off x="717800" y="383175"/>
            <a:ext cx="7348500" cy="64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Additional Steps to turn solution into a Complete Analytical Product</a:t>
            </a:r>
            <a:endParaRPr/>
          </a:p>
        </p:txBody>
      </p:sp>
      <p:sp>
        <p:nvSpPr>
          <p:cNvPr id="808" name="Google Shape;808;p100"/>
          <p:cNvSpPr txBox="1"/>
          <p:nvPr/>
        </p:nvSpPr>
        <p:spPr>
          <a:xfrm>
            <a:off x="1574950" y="1586625"/>
            <a:ext cx="4927200" cy="554100"/>
          </a:xfrm>
          <a:prstGeom prst="rect">
            <a:avLst/>
          </a:prstGeom>
          <a:solidFill>
            <a:schemeClr val="lt2"/>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600"/>
              </a:spcAft>
              <a:buClr>
                <a:srgbClr val="000000"/>
              </a:buClr>
              <a:buSzPts val="1200"/>
              <a:buFont typeface="Arial"/>
              <a:buNone/>
            </a:pPr>
            <a:r>
              <a:rPr lang="en" sz="1200" b="0" i="0" u="none" strike="noStrike" cap="none">
                <a:solidFill>
                  <a:schemeClr val="dk1"/>
                </a:solidFill>
                <a:latin typeface="Montserrat Medium"/>
                <a:ea typeface="Montserrat Medium"/>
                <a:cs typeface="Montserrat Medium"/>
                <a:sym typeface="Montserrat Medium"/>
              </a:rPr>
              <a:t>Use a </a:t>
            </a:r>
            <a:r>
              <a:rPr lang="en" sz="1200" b="1" i="0" u="none" strike="noStrike" cap="none">
                <a:solidFill>
                  <a:schemeClr val="dk1"/>
                </a:solidFill>
                <a:latin typeface="Montserrat"/>
                <a:ea typeface="Montserrat"/>
                <a:cs typeface="Montserrat"/>
                <a:sym typeface="Montserrat"/>
              </a:rPr>
              <a:t>neural network</a:t>
            </a:r>
            <a:r>
              <a:rPr lang="en" sz="1200" b="0" i="0" u="none" strike="noStrike" cap="none">
                <a:solidFill>
                  <a:schemeClr val="dk1"/>
                </a:solidFill>
                <a:latin typeface="Montserrat Medium"/>
                <a:ea typeface="Montserrat Medium"/>
                <a:cs typeface="Montserrat Medium"/>
                <a:sym typeface="Montserrat Medium"/>
              </a:rPr>
              <a:t> to generate recommendations instead of an IF ELSE decision tree</a:t>
            </a:r>
            <a:endParaRPr sz="1400" b="0" i="0" u="none" strike="noStrike" cap="none">
              <a:solidFill>
                <a:schemeClr val="dk1"/>
              </a:solidFill>
              <a:latin typeface="Montserrat Medium"/>
              <a:ea typeface="Montserrat Medium"/>
              <a:cs typeface="Montserrat Medium"/>
              <a:sym typeface="Montserrat Medium"/>
            </a:endParaRPr>
          </a:p>
        </p:txBody>
      </p:sp>
      <p:sp>
        <p:nvSpPr>
          <p:cNvPr id="809" name="Google Shape;809;p100"/>
          <p:cNvSpPr txBox="1"/>
          <p:nvPr/>
        </p:nvSpPr>
        <p:spPr>
          <a:xfrm>
            <a:off x="1574950" y="2288350"/>
            <a:ext cx="4911600" cy="554100"/>
          </a:xfrm>
          <a:prstGeom prst="rect">
            <a:avLst/>
          </a:prstGeom>
          <a:solidFill>
            <a:schemeClr val="lt2"/>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600"/>
              </a:spcAft>
              <a:buClr>
                <a:srgbClr val="000000"/>
              </a:buClr>
              <a:buSzPts val="1200"/>
              <a:buFont typeface="Arial"/>
              <a:buNone/>
            </a:pPr>
            <a:r>
              <a:rPr lang="en" sz="1200" b="0" i="0" u="none" strike="noStrike" cap="none">
                <a:solidFill>
                  <a:schemeClr val="dk1"/>
                </a:solidFill>
                <a:latin typeface="Montserrat Medium"/>
                <a:ea typeface="Montserrat Medium"/>
                <a:cs typeface="Montserrat Medium"/>
                <a:sym typeface="Montserrat Medium"/>
              </a:rPr>
              <a:t>Can use </a:t>
            </a:r>
            <a:r>
              <a:rPr lang="en" sz="1200" b="1" i="0" u="none" strike="noStrike" cap="none">
                <a:solidFill>
                  <a:schemeClr val="dk1"/>
                </a:solidFill>
                <a:latin typeface="Montserrat"/>
                <a:ea typeface="Montserrat"/>
                <a:cs typeface="Montserrat"/>
                <a:sym typeface="Montserrat"/>
              </a:rPr>
              <a:t>NLP</a:t>
            </a:r>
            <a:r>
              <a:rPr lang="en" sz="1200" b="0" i="0" u="none" strike="noStrike" cap="none">
                <a:solidFill>
                  <a:schemeClr val="dk1"/>
                </a:solidFill>
                <a:latin typeface="Montserrat Medium"/>
                <a:ea typeface="Montserrat Medium"/>
                <a:cs typeface="Montserrat Medium"/>
                <a:sym typeface="Montserrat Medium"/>
              </a:rPr>
              <a:t> and topic modelling to summarize the text &amp; social media content together with the raw sentiment scores</a:t>
            </a:r>
            <a:endParaRPr sz="1200" b="0" i="0" u="none" strike="noStrike" cap="none">
              <a:solidFill>
                <a:schemeClr val="dk1"/>
              </a:solidFill>
              <a:latin typeface="Montserrat Medium"/>
              <a:ea typeface="Montserrat Medium"/>
              <a:cs typeface="Montserrat Medium"/>
              <a:sym typeface="Montserrat Medium"/>
            </a:endParaRPr>
          </a:p>
        </p:txBody>
      </p:sp>
      <p:sp>
        <p:nvSpPr>
          <p:cNvPr id="810" name="Google Shape;810;p100"/>
          <p:cNvSpPr txBox="1"/>
          <p:nvPr/>
        </p:nvSpPr>
        <p:spPr>
          <a:xfrm>
            <a:off x="1578350" y="2990075"/>
            <a:ext cx="4911600" cy="5541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Montserrat Medium"/>
                <a:ea typeface="Montserrat Medium"/>
                <a:cs typeface="Montserrat Medium"/>
                <a:sym typeface="Montserrat Medium"/>
              </a:rPr>
              <a:t>Add </a:t>
            </a:r>
            <a:r>
              <a:rPr lang="en" sz="1200" b="1" i="0" u="none" strike="noStrike" cap="none">
                <a:solidFill>
                  <a:schemeClr val="dk1"/>
                </a:solidFill>
                <a:latin typeface="Montserrat"/>
                <a:ea typeface="Montserrat"/>
                <a:cs typeface="Montserrat"/>
                <a:sym typeface="Montserrat"/>
              </a:rPr>
              <a:t>nuance and explanations </a:t>
            </a:r>
            <a:r>
              <a:rPr lang="en" sz="1200" b="0" i="0" u="none" strike="noStrike" cap="none">
                <a:solidFill>
                  <a:schemeClr val="dk1"/>
                </a:solidFill>
                <a:latin typeface="Montserrat Medium"/>
                <a:ea typeface="Montserrat Medium"/>
                <a:cs typeface="Montserrat Medium"/>
                <a:sym typeface="Montserrat Medium"/>
              </a:rPr>
              <a:t>for the results, not just </a:t>
            </a:r>
            <a:r>
              <a:rPr lang="en" sz="1200">
                <a:solidFill>
                  <a:schemeClr val="dk1"/>
                </a:solidFill>
                <a:latin typeface="Montserrat Medium"/>
                <a:ea typeface="Montserrat Medium"/>
                <a:cs typeface="Montserrat Medium"/>
                <a:sym typeface="Montserrat Medium"/>
              </a:rPr>
              <a:t>stating </a:t>
            </a:r>
            <a:r>
              <a:rPr lang="en" sz="1200" b="0" i="0" u="none" strike="noStrike" cap="none">
                <a:solidFill>
                  <a:schemeClr val="dk1"/>
                </a:solidFill>
                <a:latin typeface="Montserrat Medium"/>
                <a:ea typeface="Montserrat Medium"/>
                <a:cs typeface="Montserrat Medium"/>
                <a:sym typeface="Montserrat Medium"/>
              </a:rPr>
              <a:t>overall findings</a:t>
            </a:r>
            <a:endParaRPr sz="1400" b="0" i="0" u="none" strike="noStrike" cap="none">
              <a:solidFill>
                <a:schemeClr val="dk1"/>
              </a:solidFill>
              <a:latin typeface="Montserrat Medium"/>
              <a:ea typeface="Montserrat Medium"/>
              <a:cs typeface="Montserrat Medium"/>
              <a:sym typeface="Montserrat Medium"/>
            </a:endParaRPr>
          </a:p>
        </p:txBody>
      </p:sp>
      <p:sp>
        <p:nvSpPr>
          <p:cNvPr id="811" name="Google Shape;811;p100"/>
          <p:cNvSpPr txBox="1"/>
          <p:nvPr/>
        </p:nvSpPr>
        <p:spPr>
          <a:xfrm>
            <a:off x="1567150" y="3691800"/>
            <a:ext cx="4927200" cy="523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1600"/>
              </a:spcAft>
              <a:buClr>
                <a:srgbClr val="000000"/>
              </a:buClr>
              <a:buSzPts val="1200"/>
              <a:buFont typeface="Arial"/>
              <a:buNone/>
            </a:pPr>
            <a:r>
              <a:rPr lang="en" sz="1200" b="0" i="0" u="none" strike="noStrike" cap="none">
                <a:solidFill>
                  <a:schemeClr val="dk1"/>
                </a:solidFill>
                <a:latin typeface="Montserrat Medium"/>
                <a:ea typeface="Montserrat Medium"/>
                <a:cs typeface="Montserrat Medium"/>
                <a:sym typeface="Montserrat Medium"/>
              </a:rPr>
              <a:t>Provide</a:t>
            </a:r>
            <a:r>
              <a:rPr lang="en" sz="1200" b="1" i="0" u="none" strike="noStrike" cap="none">
                <a:solidFill>
                  <a:schemeClr val="dk1"/>
                </a:solidFill>
                <a:latin typeface="Montserrat"/>
                <a:ea typeface="Montserrat"/>
                <a:cs typeface="Montserrat"/>
                <a:sym typeface="Montserrat"/>
              </a:rPr>
              <a:t> longer </a:t>
            </a:r>
            <a:r>
              <a:rPr lang="en" sz="1200" b="0" i="0" u="none" strike="noStrike" cap="none">
                <a:solidFill>
                  <a:schemeClr val="dk1"/>
                </a:solidFill>
                <a:latin typeface="Montserrat Medium"/>
                <a:ea typeface="Montserrat Medium"/>
                <a:cs typeface="Montserrat Medium"/>
                <a:sym typeface="Montserrat Medium"/>
              </a:rPr>
              <a:t>analysis and predictions for longer periods, since app only fetches last 24h</a:t>
            </a:r>
            <a:endParaRPr sz="1400" b="0" i="0" u="none" strike="noStrike" cap="none">
              <a:solidFill>
                <a:schemeClr val="dk1"/>
              </a:solidFill>
              <a:latin typeface="Montserrat Medium"/>
              <a:ea typeface="Montserrat Medium"/>
              <a:cs typeface="Montserrat Medium"/>
              <a:sym typeface="Montserrat Medium"/>
            </a:endParaRPr>
          </a:p>
        </p:txBody>
      </p:sp>
      <p:sp>
        <p:nvSpPr>
          <p:cNvPr id="812" name="Google Shape;812;p100"/>
          <p:cNvSpPr txBox="1"/>
          <p:nvPr/>
        </p:nvSpPr>
        <p:spPr>
          <a:xfrm>
            <a:off x="946125" y="1586625"/>
            <a:ext cx="546900" cy="523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a:solidFill>
                  <a:schemeClr val="lt1"/>
                </a:solidFill>
                <a:latin typeface="Montserrat"/>
                <a:ea typeface="Montserrat"/>
                <a:cs typeface="Montserrat"/>
                <a:sym typeface="Montserrat"/>
              </a:rPr>
              <a:t>1</a:t>
            </a:r>
            <a:endParaRPr sz="1400" b="1" i="0" u="sng" strike="noStrike" cap="none">
              <a:solidFill>
                <a:schemeClr val="lt1"/>
              </a:solidFill>
              <a:latin typeface="Montserrat"/>
              <a:ea typeface="Montserrat"/>
              <a:cs typeface="Montserrat"/>
              <a:sym typeface="Montserrat"/>
            </a:endParaRPr>
          </a:p>
        </p:txBody>
      </p:sp>
      <p:sp>
        <p:nvSpPr>
          <p:cNvPr id="813" name="Google Shape;813;p100"/>
          <p:cNvSpPr txBox="1"/>
          <p:nvPr/>
        </p:nvSpPr>
        <p:spPr>
          <a:xfrm>
            <a:off x="946125" y="2288500"/>
            <a:ext cx="549600" cy="554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a:solidFill>
                  <a:schemeClr val="lt1"/>
                </a:solidFill>
                <a:latin typeface="Montserrat"/>
                <a:ea typeface="Montserrat"/>
                <a:cs typeface="Montserrat"/>
                <a:sym typeface="Montserrat"/>
              </a:rPr>
              <a:t>2</a:t>
            </a:r>
            <a:endParaRPr sz="1400" b="1" i="0" u="sng" strike="noStrike" cap="none">
              <a:solidFill>
                <a:schemeClr val="lt1"/>
              </a:solidFill>
              <a:latin typeface="Montserrat"/>
              <a:ea typeface="Montserrat"/>
              <a:cs typeface="Montserrat"/>
              <a:sym typeface="Montserrat"/>
            </a:endParaRPr>
          </a:p>
        </p:txBody>
      </p:sp>
      <p:sp>
        <p:nvSpPr>
          <p:cNvPr id="814" name="Google Shape;814;p100"/>
          <p:cNvSpPr txBox="1"/>
          <p:nvPr/>
        </p:nvSpPr>
        <p:spPr>
          <a:xfrm>
            <a:off x="946125" y="2990075"/>
            <a:ext cx="549600" cy="523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a:solidFill>
                  <a:schemeClr val="lt1"/>
                </a:solidFill>
                <a:latin typeface="Montserrat"/>
                <a:ea typeface="Montserrat"/>
                <a:cs typeface="Montserrat"/>
                <a:sym typeface="Montserrat"/>
              </a:rPr>
              <a:t>3</a:t>
            </a:r>
            <a:endParaRPr sz="1400" b="1" i="0" u="sng" strike="noStrike" cap="none">
              <a:solidFill>
                <a:schemeClr val="lt1"/>
              </a:solidFill>
              <a:latin typeface="Montserrat"/>
              <a:ea typeface="Montserrat"/>
              <a:cs typeface="Montserrat"/>
              <a:sym typeface="Montserrat"/>
            </a:endParaRPr>
          </a:p>
        </p:txBody>
      </p:sp>
      <p:sp>
        <p:nvSpPr>
          <p:cNvPr id="815" name="Google Shape;815;p100"/>
          <p:cNvSpPr txBox="1"/>
          <p:nvPr/>
        </p:nvSpPr>
        <p:spPr>
          <a:xfrm>
            <a:off x="944775" y="3661350"/>
            <a:ext cx="549600" cy="523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sng" strike="noStrike" cap="none">
                <a:solidFill>
                  <a:schemeClr val="lt1"/>
                </a:solidFill>
                <a:latin typeface="Montserrat"/>
                <a:ea typeface="Montserrat"/>
                <a:cs typeface="Montserrat"/>
                <a:sym typeface="Montserrat"/>
              </a:rPr>
              <a:t>4</a:t>
            </a:r>
            <a:endParaRPr sz="1400" b="1" i="0" u="sng" strike="noStrike" cap="none">
              <a:solidFill>
                <a:schemeClr val="lt1"/>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819"/>
        <p:cNvGrpSpPr/>
        <p:nvPr/>
      </p:nvGrpSpPr>
      <p:grpSpPr>
        <a:xfrm>
          <a:off x="0" y="0"/>
          <a:ext cx="0" cy="0"/>
          <a:chOff x="0" y="0"/>
          <a:chExt cx="0" cy="0"/>
        </a:xfrm>
      </p:grpSpPr>
      <p:sp>
        <p:nvSpPr>
          <p:cNvPr id="820" name="Google Shape;820;p101"/>
          <p:cNvSpPr txBox="1"/>
          <p:nvPr/>
        </p:nvSpPr>
        <p:spPr>
          <a:xfrm>
            <a:off x="3231465" y="1984388"/>
            <a:ext cx="2479500" cy="4239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800"/>
              <a:buFont typeface="Arial"/>
              <a:buNone/>
            </a:pPr>
            <a:r>
              <a:rPr lang="en" sz="1800" b="1" i="0" u="none" strike="noStrike" cap="none">
                <a:solidFill>
                  <a:schemeClr val="lt1"/>
                </a:solidFill>
                <a:latin typeface="Montserrat"/>
                <a:ea typeface="Montserrat"/>
                <a:cs typeface="Montserrat"/>
                <a:sym typeface="Montserrat"/>
              </a:rPr>
              <a:t>Efficiency/Speed</a:t>
            </a:r>
            <a:endParaRPr sz="1800" b="1" i="0" u="none" strike="noStrike" cap="none">
              <a:solidFill>
                <a:schemeClr val="lt1"/>
              </a:solidFill>
              <a:latin typeface="Montserrat"/>
              <a:ea typeface="Montserrat"/>
              <a:cs typeface="Montserrat"/>
              <a:sym typeface="Montserrat"/>
            </a:endParaRPr>
          </a:p>
        </p:txBody>
      </p:sp>
      <p:sp>
        <p:nvSpPr>
          <p:cNvPr id="821" name="Google Shape;821;p101"/>
          <p:cNvSpPr txBox="1"/>
          <p:nvPr/>
        </p:nvSpPr>
        <p:spPr>
          <a:xfrm>
            <a:off x="3231473" y="2398475"/>
            <a:ext cx="2479500" cy="872700"/>
          </a:xfrm>
          <a:prstGeom prst="rect">
            <a:avLst/>
          </a:prstGeom>
          <a:solidFill>
            <a:srgbClr val="EFEFE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App might take a </a:t>
            </a:r>
            <a:r>
              <a:rPr lang="en" sz="1400" b="0" i="0" u="none" strike="noStrike" cap="none">
                <a:solidFill>
                  <a:schemeClr val="dk2"/>
                </a:solidFill>
                <a:latin typeface="Montserrat"/>
                <a:ea typeface="Montserrat"/>
                <a:cs typeface="Montserrat"/>
                <a:sym typeface="Montserrat"/>
              </a:rPr>
              <a:t>long time</a:t>
            </a:r>
            <a:r>
              <a:rPr lang="en" sz="1400" b="0" i="0" u="none" strike="noStrike" cap="none">
                <a:solidFill>
                  <a:srgbClr val="000000"/>
                </a:solidFill>
                <a:latin typeface="Montserrat"/>
                <a:ea typeface="Montserrat"/>
                <a:cs typeface="Montserrat"/>
                <a:sym typeface="Montserrat"/>
              </a:rPr>
              <a:t> to scrape data, clean data and run models</a:t>
            </a:r>
            <a:endParaRPr sz="1400" b="0" i="0" u="none" strike="noStrike" cap="none">
              <a:solidFill>
                <a:srgbClr val="000000"/>
              </a:solidFill>
              <a:latin typeface="Montserrat"/>
              <a:ea typeface="Montserrat"/>
              <a:cs typeface="Montserrat"/>
              <a:sym typeface="Montserrat"/>
            </a:endParaRPr>
          </a:p>
        </p:txBody>
      </p:sp>
      <p:sp>
        <p:nvSpPr>
          <p:cNvPr id="822" name="Google Shape;822;p101"/>
          <p:cNvSpPr txBox="1"/>
          <p:nvPr/>
        </p:nvSpPr>
        <p:spPr>
          <a:xfrm>
            <a:off x="622200" y="1995850"/>
            <a:ext cx="2479500" cy="4026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800"/>
              <a:buFont typeface="Arial"/>
              <a:buNone/>
            </a:pPr>
            <a:r>
              <a:rPr lang="en" sz="1800" b="1" i="0" u="none" strike="noStrike" cap="none">
                <a:solidFill>
                  <a:schemeClr val="lt1"/>
                </a:solidFill>
                <a:latin typeface="Montserrat"/>
                <a:ea typeface="Montserrat"/>
                <a:cs typeface="Montserrat"/>
                <a:sym typeface="Montserrat"/>
              </a:rPr>
              <a:t>Correlation</a:t>
            </a:r>
            <a:endParaRPr sz="1800" b="1" i="0" u="none" strike="noStrike" cap="none">
              <a:solidFill>
                <a:schemeClr val="lt1"/>
              </a:solidFill>
              <a:latin typeface="Montserrat"/>
              <a:ea typeface="Montserrat"/>
              <a:cs typeface="Montserrat"/>
              <a:sym typeface="Montserrat"/>
            </a:endParaRPr>
          </a:p>
        </p:txBody>
      </p:sp>
      <p:sp>
        <p:nvSpPr>
          <p:cNvPr id="823" name="Google Shape;823;p101"/>
          <p:cNvSpPr txBox="1"/>
          <p:nvPr/>
        </p:nvSpPr>
        <p:spPr>
          <a:xfrm>
            <a:off x="622211" y="2398488"/>
            <a:ext cx="2479500" cy="872700"/>
          </a:xfrm>
          <a:prstGeom prst="rect">
            <a:avLst/>
          </a:prstGeom>
          <a:solidFill>
            <a:srgbClr val="EFEFE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500"/>
              <a:buFont typeface="Arial"/>
              <a:buNone/>
            </a:pPr>
            <a:r>
              <a:rPr lang="en" sz="1500" b="0" i="0" u="none" strike="noStrike" cap="none">
                <a:solidFill>
                  <a:srgbClr val="000000"/>
                </a:solidFill>
                <a:latin typeface="Montserrat"/>
                <a:ea typeface="Montserrat"/>
                <a:cs typeface="Montserrat"/>
                <a:sym typeface="Montserrat"/>
              </a:rPr>
              <a:t>Might not get </a:t>
            </a:r>
            <a:r>
              <a:rPr lang="en" sz="1500" b="0" i="0" u="none" strike="noStrike" cap="none">
                <a:solidFill>
                  <a:schemeClr val="dk2"/>
                </a:solidFill>
                <a:latin typeface="Montserrat"/>
                <a:ea typeface="Montserrat"/>
                <a:cs typeface="Montserrat"/>
                <a:sym typeface="Montserrat"/>
              </a:rPr>
              <a:t>strong </a:t>
            </a:r>
            <a:r>
              <a:rPr lang="en" sz="1500" b="0" i="0" u="none" strike="noStrike" cap="none">
                <a:solidFill>
                  <a:srgbClr val="000000"/>
                </a:solidFill>
                <a:latin typeface="Montserrat"/>
                <a:ea typeface="Montserrat"/>
                <a:cs typeface="Montserrat"/>
                <a:sym typeface="Montserrat"/>
              </a:rPr>
              <a:t>correlation for certain stocks</a:t>
            </a:r>
            <a:endParaRPr sz="1100" b="0" i="0" u="none" strike="noStrike" cap="none">
              <a:solidFill>
                <a:srgbClr val="000000"/>
              </a:solidFill>
              <a:latin typeface="Montserrat"/>
              <a:ea typeface="Montserrat"/>
              <a:cs typeface="Montserrat"/>
              <a:sym typeface="Montserrat"/>
            </a:endParaRPr>
          </a:p>
        </p:txBody>
      </p:sp>
      <p:sp>
        <p:nvSpPr>
          <p:cNvPr id="824" name="Google Shape;824;p101"/>
          <p:cNvSpPr txBox="1"/>
          <p:nvPr/>
        </p:nvSpPr>
        <p:spPr>
          <a:xfrm>
            <a:off x="5840750" y="1984400"/>
            <a:ext cx="2479500" cy="4239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700" b="1" i="0" u="none" strike="noStrike" cap="none">
                <a:solidFill>
                  <a:schemeClr val="lt1"/>
                </a:solidFill>
                <a:latin typeface="Montserrat"/>
                <a:ea typeface="Montserrat"/>
                <a:cs typeface="Montserrat"/>
                <a:sym typeface="Montserrat"/>
              </a:rPr>
              <a:t>Lack of data </a:t>
            </a:r>
            <a:endParaRPr sz="1700" b="1" i="0" u="none" strike="noStrike" cap="none">
              <a:solidFill>
                <a:schemeClr val="lt1"/>
              </a:solidFill>
              <a:latin typeface="Montserrat"/>
              <a:ea typeface="Montserrat"/>
              <a:cs typeface="Montserrat"/>
              <a:sym typeface="Montserrat"/>
            </a:endParaRPr>
          </a:p>
        </p:txBody>
      </p:sp>
      <p:sp>
        <p:nvSpPr>
          <p:cNvPr id="825" name="Google Shape;825;p101"/>
          <p:cNvSpPr txBox="1"/>
          <p:nvPr/>
        </p:nvSpPr>
        <p:spPr>
          <a:xfrm>
            <a:off x="5840751" y="2401461"/>
            <a:ext cx="2479500" cy="872700"/>
          </a:xfrm>
          <a:prstGeom prst="rect">
            <a:avLst/>
          </a:prstGeom>
          <a:solidFill>
            <a:srgbClr val="EFEFE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Less people mentioning about </a:t>
            </a:r>
            <a:r>
              <a:rPr lang="en" sz="1400" b="0" i="0" u="none" strike="noStrike" cap="none">
                <a:solidFill>
                  <a:schemeClr val="dk2"/>
                </a:solidFill>
                <a:latin typeface="Montserrat"/>
                <a:ea typeface="Montserrat"/>
                <a:cs typeface="Montserrat"/>
                <a:sym typeface="Montserrat"/>
              </a:rPr>
              <a:t>small cap stocks</a:t>
            </a:r>
            <a:endParaRPr sz="1400" b="0" i="0" u="none" strike="noStrike" cap="none">
              <a:solidFill>
                <a:schemeClr val="dk2"/>
              </a:solidFill>
              <a:latin typeface="Montserrat"/>
              <a:ea typeface="Montserrat"/>
              <a:cs typeface="Montserrat"/>
              <a:sym typeface="Montserrat"/>
            </a:endParaRPr>
          </a:p>
        </p:txBody>
      </p:sp>
      <p:sp>
        <p:nvSpPr>
          <p:cNvPr id="826" name="Google Shape;826;p101"/>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Potential Challenges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830"/>
        <p:cNvGrpSpPr/>
        <p:nvPr/>
      </p:nvGrpSpPr>
      <p:grpSpPr>
        <a:xfrm>
          <a:off x="0" y="0"/>
          <a:ext cx="0" cy="0"/>
          <a:chOff x="0" y="0"/>
          <a:chExt cx="0" cy="0"/>
        </a:xfrm>
      </p:grpSpPr>
      <p:sp>
        <p:nvSpPr>
          <p:cNvPr id="831" name="Google Shape;831;p102"/>
          <p:cNvSpPr txBox="1">
            <a:spLocks noGrp="1"/>
          </p:cNvSpPr>
          <p:nvPr>
            <p:ph type="title"/>
          </p:nvPr>
        </p:nvSpPr>
        <p:spPr>
          <a:xfrm>
            <a:off x="713225" y="38404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How Benefits can be Measured</a:t>
            </a:r>
            <a:endParaRPr/>
          </a:p>
        </p:txBody>
      </p:sp>
      <p:grpSp>
        <p:nvGrpSpPr>
          <p:cNvPr id="832" name="Google Shape;832;p102"/>
          <p:cNvGrpSpPr/>
          <p:nvPr/>
        </p:nvGrpSpPr>
        <p:grpSpPr>
          <a:xfrm>
            <a:off x="3193578" y="1560987"/>
            <a:ext cx="2732524" cy="2534329"/>
            <a:chOff x="1617750" y="1930125"/>
            <a:chExt cx="2269350" cy="2104750"/>
          </a:xfrm>
        </p:grpSpPr>
        <p:sp>
          <p:nvSpPr>
            <p:cNvPr id="833" name="Google Shape;833;p102"/>
            <p:cNvSpPr/>
            <p:nvPr/>
          </p:nvSpPr>
          <p:spPr>
            <a:xfrm>
              <a:off x="1617750" y="1930125"/>
              <a:ext cx="1134975" cy="1269225"/>
            </a:xfrm>
            <a:custGeom>
              <a:avLst/>
              <a:gdLst/>
              <a:ahLst/>
              <a:cxnLst/>
              <a:rect l="l" t="t" r="r" b="b"/>
              <a:pathLst>
                <a:path w="45399" h="50769" extrusionOk="0">
                  <a:moveTo>
                    <a:pt x="25575" y="1"/>
                  </a:moveTo>
                  <a:cubicBezTo>
                    <a:pt x="11442" y="1"/>
                    <a:pt x="0" y="11443"/>
                    <a:pt x="0" y="25575"/>
                  </a:cubicBezTo>
                  <a:cubicBezTo>
                    <a:pt x="0" y="38208"/>
                    <a:pt x="9156" y="48685"/>
                    <a:pt x="21194" y="50769"/>
                  </a:cubicBezTo>
                  <a:cubicBezTo>
                    <a:pt x="24063" y="41911"/>
                    <a:pt x="31600" y="35184"/>
                    <a:pt x="40898" y="33493"/>
                  </a:cubicBezTo>
                  <a:cubicBezTo>
                    <a:pt x="40077" y="30993"/>
                    <a:pt x="39648" y="28337"/>
                    <a:pt x="39648" y="25575"/>
                  </a:cubicBezTo>
                  <a:cubicBezTo>
                    <a:pt x="39648" y="19455"/>
                    <a:pt x="41803" y="13824"/>
                    <a:pt x="45399" y="9418"/>
                  </a:cubicBezTo>
                  <a:cubicBezTo>
                    <a:pt x="40708" y="3680"/>
                    <a:pt x="33564" y="1"/>
                    <a:pt x="25575" y="1"/>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102"/>
            <p:cNvSpPr/>
            <p:nvPr/>
          </p:nvSpPr>
          <p:spPr>
            <a:xfrm>
              <a:off x="2752125" y="1930125"/>
              <a:ext cx="1134975" cy="1268050"/>
            </a:xfrm>
            <a:custGeom>
              <a:avLst/>
              <a:gdLst/>
              <a:ahLst/>
              <a:cxnLst/>
              <a:rect l="l" t="t" r="r" b="b"/>
              <a:pathLst>
                <a:path w="45399" h="50722" extrusionOk="0">
                  <a:moveTo>
                    <a:pt x="19824" y="1"/>
                  </a:moveTo>
                  <a:cubicBezTo>
                    <a:pt x="11835" y="1"/>
                    <a:pt x="4691" y="3680"/>
                    <a:pt x="0" y="9418"/>
                  </a:cubicBezTo>
                  <a:cubicBezTo>
                    <a:pt x="3596" y="13824"/>
                    <a:pt x="5751" y="19444"/>
                    <a:pt x="5751" y="25575"/>
                  </a:cubicBezTo>
                  <a:cubicBezTo>
                    <a:pt x="5751" y="28326"/>
                    <a:pt x="5322" y="30957"/>
                    <a:pt x="4513" y="33445"/>
                  </a:cubicBezTo>
                  <a:cubicBezTo>
                    <a:pt x="13919" y="35064"/>
                    <a:pt x="21574" y="41815"/>
                    <a:pt x="24456" y="50721"/>
                  </a:cubicBezTo>
                  <a:cubicBezTo>
                    <a:pt x="36374" y="48530"/>
                    <a:pt x="45399" y="38101"/>
                    <a:pt x="45399" y="25575"/>
                  </a:cubicBezTo>
                  <a:cubicBezTo>
                    <a:pt x="45399" y="11443"/>
                    <a:pt x="33957" y="1"/>
                    <a:pt x="19824" y="1"/>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102"/>
            <p:cNvSpPr/>
            <p:nvPr/>
          </p:nvSpPr>
          <p:spPr>
            <a:xfrm>
              <a:off x="2608650" y="2165575"/>
              <a:ext cx="287250" cy="601875"/>
            </a:xfrm>
            <a:custGeom>
              <a:avLst/>
              <a:gdLst/>
              <a:ahLst/>
              <a:cxnLst/>
              <a:rect l="l" t="t" r="r" b="b"/>
              <a:pathLst>
                <a:path w="11490" h="24075" extrusionOk="0">
                  <a:moveTo>
                    <a:pt x="5739" y="0"/>
                  </a:moveTo>
                  <a:cubicBezTo>
                    <a:pt x="2155" y="4406"/>
                    <a:pt x="0" y="10026"/>
                    <a:pt x="0" y="16157"/>
                  </a:cubicBezTo>
                  <a:cubicBezTo>
                    <a:pt x="12" y="18908"/>
                    <a:pt x="465" y="21575"/>
                    <a:pt x="1262" y="24075"/>
                  </a:cubicBezTo>
                  <a:cubicBezTo>
                    <a:pt x="2763" y="23801"/>
                    <a:pt x="4310" y="23658"/>
                    <a:pt x="5894" y="23658"/>
                  </a:cubicBezTo>
                  <a:cubicBezTo>
                    <a:pt x="7382" y="23658"/>
                    <a:pt x="8835" y="23789"/>
                    <a:pt x="10252" y="24027"/>
                  </a:cubicBezTo>
                  <a:cubicBezTo>
                    <a:pt x="11061" y="21539"/>
                    <a:pt x="11490" y="18908"/>
                    <a:pt x="11490" y="16157"/>
                  </a:cubicBezTo>
                  <a:cubicBezTo>
                    <a:pt x="11490" y="10037"/>
                    <a:pt x="9335" y="4406"/>
                    <a:pt x="5739" y="0"/>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102"/>
            <p:cNvSpPr/>
            <p:nvPr/>
          </p:nvSpPr>
          <p:spPr>
            <a:xfrm>
              <a:off x="2116925" y="2972825"/>
              <a:ext cx="1278150" cy="1062050"/>
            </a:xfrm>
            <a:custGeom>
              <a:avLst/>
              <a:gdLst/>
              <a:ahLst/>
              <a:cxnLst/>
              <a:rect l="l" t="t" r="r" b="b"/>
              <a:pathLst>
                <a:path w="51126" h="42482" extrusionOk="0">
                  <a:moveTo>
                    <a:pt x="25432" y="0"/>
                  </a:moveTo>
                  <a:cubicBezTo>
                    <a:pt x="20741" y="5739"/>
                    <a:pt x="13597" y="9418"/>
                    <a:pt x="5596" y="9418"/>
                  </a:cubicBezTo>
                  <a:cubicBezTo>
                    <a:pt x="4108" y="9418"/>
                    <a:pt x="2655" y="9275"/>
                    <a:pt x="1239" y="9037"/>
                  </a:cubicBezTo>
                  <a:cubicBezTo>
                    <a:pt x="441" y="11525"/>
                    <a:pt x="0" y="14157"/>
                    <a:pt x="0" y="16919"/>
                  </a:cubicBezTo>
                  <a:cubicBezTo>
                    <a:pt x="0" y="31040"/>
                    <a:pt x="11454" y="42482"/>
                    <a:pt x="25575" y="42482"/>
                  </a:cubicBezTo>
                  <a:cubicBezTo>
                    <a:pt x="39696" y="42482"/>
                    <a:pt x="51126" y="31040"/>
                    <a:pt x="51126" y="16919"/>
                  </a:cubicBezTo>
                  <a:cubicBezTo>
                    <a:pt x="51126" y="14145"/>
                    <a:pt x="50685" y="11490"/>
                    <a:pt x="49876" y="9001"/>
                  </a:cubicBezTo>
                  <a:cubicBezTo>
                    <a:pt x="48375" y="9263"/>
                    <a:pt x="46828" y="9418"/>
                    <a:pt x="45256" y="9418"/>
                  </a:cubicBezTo>
                  <a:cubicBezTo>
                    <a:pt x="37243" y="9418"/>
                    <a:pt x="30111" y="5751"/>
                    <a:pt x="25432" y="0"/>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102"/>
            <p:cNvSpPr/>
            <p:nvPr/>
          </p:nvSpPr>
          <p:spPr>
            <a:xfrm>
              <a:off x="2147575" y="2766850"/>
              <a:ext cx="605150" cy="441425"/>
            </a:xfrm>
            <a:custGeom>
              <a:avLst/>
              <a:gdLst/>
              <a:ahLst/>
              <a:cxnLst/>
              <a:rect l="l" t="t" r="r" b="b"/>
              <a:pathLst>
                <a:path w="24206" h="17657" extrusionOk="0">
                  <a:moveTo>
                    <a:pt x="19705" y="0"/>
                  </a:moveTo>
                  <a:cubicBezTo>
                    <a:pt x="10407" y="1703"/>
                    <a:pt x="2858" y="8442"/>
                    <a:pt x="1" y="17288"/>
                  </a:cubicBezTo>
                  <a:cubicBezTo>
                    <a:pt x="1417" y="17526"/>
                    <a:pt x="2870" y="17657"/>
                    <a:pt x="4358" y="17657"/>
                  </a:cubicBezTo>
                  <a:cubicBezTo>
                    <a:pt x="12371" y="17657"/>
                    <a:pt x="19515" y="13990"/>
                    <a:pt x="24206" y="8239"/>
                  </a:cubicBezTo>
                  <a:cubicBezTo>
                    <a:pt x="22230" y="5822"/>
                    <a:pt x="20706" y="3036"/>
                    <a:pt x="19705" y="0"/>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102"/>
            <p:cNvSpPr/>
            <p:nvPr/>
          </p:nvSpPr>
          <p:spPr>
            <a:xfrm>
              <a:off x="2752125" y="2766250"/>
              <a:ext cx="611400" cy="442325"/>
            </a:xfrm>
            <a:custGeom>
              <a:avLst/>
              <a:gdLst/>
              <a:ahLst/>
              <a:cxnLst/>
              <a:rect l="l" t="t" r="r" b="b"/>
              <a:pathLst>
                <a:path w="24456" h="17693" extrusionOk="0">
                  <a:moveTo>
                    <a:pt x="4513" y="0"/>
                  </a:moveTo>
                  <a:cubicBezTo>
                    <a:pt x="3536" y="3048"/>
                    <a:pt x="1989" y="5846"/>
                    <a:pt x="0" y="8275"/>
                  </a:cubicBezTo>
                  <a:cubicBezTo>
                    <a:pt x="4691" y="14014"/>
                    <a:pt x="11835" y="17693"/>
                    <a:pt x="19824" y="17693"/>
                  </a:cubicBezTo>
                  <a:cubicBezTo>
                    <a:pt x="21408" y="17693"/>
                    <a:pt x="22955" y="17538"/>
                    <a:pt x="24456" y="17276"/>
                  </a:cubicBezTo>
                  <a:cubicBezTo>
                    <a:pt x="21574" y="8358"/>
                    <a:pt x="13919" y="1608"/>
                    <a:pt x="4513" y="0"/>
                  </a:cubicBezTo>
                  <a:close/>
                </a:path>
              </a:pathLst>
            </a:custGeom>
            <a:solidFill>
              <a:schemeClr val="dk2"/>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102"/>
            <p:cNvSpPr/>
            <p:nvPr/>
          </p:nvSpPr>
          <p:spPr>
            <a:xfrm>
              <a:off x="2640200" y="2757025"/>
              <a:ext cx="225050" cy="216125"/>
            </a:xfrm>
            <a:custGeom>
              <a:avLst/>
              <a:gdLst/>
              <a:ahLst/>
              <a:cxnLst/>
              <a:rect l="l" t="t" r="r" b="b"/>
              <a:pathLst>
                <a:path w="9002" h="8645" extrusionOk="0">
                  <a:moveTo>
                    <a:pt x="4644" y="0"/>
                  </a:moveTo>
                  <a:cubicBezTo>
                    <a:pt x="3048" y="0"/>
                    <a:pt x="1501" y="131"/>
                    <a:pt x="0" y="417"/>
                  </a:cubicBezTo>
                  <a:cubicBezTo>
                    <a:pt x="989" y="3453"/>
                    <a:pt x="2513" y="6215"/>
                    <a:pt x="4501" y="8644"/>
                  </a:cubicBezTo>
                  <a:cubicBezTo>
                    <a:pt x="6477" y="6215"/>
                    <a:pt x="8013" y="3417"/>
                    <a:pt x="9002" y="369"/>
                  </a:cubicBezTo>
                  <a:cubicBezTo>
                    <a:pt x="7597" y="131"/>
                    <a:pt x="6132" y="0"/>
                    <a:pt x="4644" y="0"/>
                  </a:cubicBezTo>
                  <a:close/>
                </a:path>
              </a:pathLst>
            </a:custGeom>
            <a:solidFill>
              <a:srgbClr val="FF9900"/>
            </a:solid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0" name="Google Shape;840;p102"/>
          <p:cNvSpPr txBox="1">
            <a:spLocks noGrp="1"/>
          </p:cNvSpPr>
          <p:nvPr>
            <p:ph type="subTitle" idx="4294967295"/>
          </p:nvPr>
        </p:nvSpPr>
        <p:spPr>
          <a:xfrm>
            <a:off x="678638" y="1866250"/>
            <a:ext cx="2261700" cy="408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1600"/>
              </a:spcAft>
              <a:buClr>
                <a:schemeClr val="dk2"/>
              </a:buClr>
              <a:buSzPts val="1800"/>
              <a:buFont typeface="Montserrat"/>
              <a:buNone/>
            </a:pPr>
            <a:r>
              <a:rPr lang="en" sz="1800" b="0" i="0" u="none" strike="noStrike" cap="none">
                <a:solidFill>
                  <a:schemeClr val="accent1"/>
                </a:solidFill>
                <a:latin typeface="Montserrat"/>
                <a:ea typeface="Montserrat"/>
                <a:cs typeface="Montserrat"/>
                <a:sym typeface="Montserrat"/>
              </a:rPr>
              <a:t>Improve </a:t>
            </a:r>
            <a:r>
              <a:rPr lang="en" sz="1800" b="0" i="0" u="sng" strike="noStrike" cap="none">
                <a:solidFill>
                  <a:schemeClr val="accent1"/>
                </a:solidFill>
                <a:latin typeface="Montserrat"/>
                <a:ea typeface="Montserrat"/>
                <a:cs typeface="Montserrat"/>
                <a:sym typeface="Montserrat"/>
              </a:rPr>
              <a:t>operations</a:t>
            </a:r>
            <a:endParaRPr sz="1800" b="0" i="0" u="sng" strike="noStrike" cap="none">
              <a:solidFill>
                <a:schemeClr val="accent1"/>
              </a:solidFill>
              <a:latin typeface="Montserrat"/>
              <a:ea typeface="Montserrat"/>
              <a:cs typeface="Montserrat"/>
              <a:sym typeface="Montserrat"/>
            </a:endParaRPr>
          </a:p>
        </p:txBody>
      </p:sp>
      <p:sp>
        <p:nvSpPr>
          <p:cNvPr id="841" name="Google Shape;841;p102"/>
          <p:cNvSpPr txBox="1">
            <a:spLocks noGrp="1"/>
          </p:cNvSpPr>
          <p:nvPr>
            <p:ph type="subTitle" idx="4294967295"/>
          </p:nvPr>
        </p:nvSpPr>
        <p:spPr>
          <a:xfrm>
            <a:off x="1055863" y="3254125"/>
            <a:ext cx="2261700" cy="408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chemeClr val="dk2"/>
              </a:buClr>
              <a:buSzPts val="1800"/>
              <a:buFont typeface="Montserrat"/>
              <a:buNone/>
            </a:pPr>
            <a:r>
              <a:rPr lang="en" sz="1800" b="0" i="0" u="none" strike="noStrike" cap="none">
                <a:solidFill>
                  <a:schemeClr val="accent1"/>
                </a:solidFill>
                <a:latin typeface="Montserrat"/>
                <a:ea typeface="Montserrat"/>
                <a:cs typeface="Montserrat"/>
                <a:sym typeface="Montserrat"/>
              </a:rPr>
              <a:t>Reduce </a:t>
            </a:r>
            <a:endParaRPr sz="1800" b="0" i="0" u="none" strike="noStrike" cap="none">
              <a:solidFill>
                <a:schemeClr val="accent1"/>
              </a:solidFill>
              <a:latin typeface="Montserrat"/>
              <a:ea typeface="Montserrat"/>
              <a:cs typeface="Montserrat"/>
              <a:sym typeface="Montserrat"/>
            </a:endParaRPr>
          </a:p>
          <a:p>
            <a:pPr marL="0" marR="0" lvl="0" indent="0" algn="r" rtl="0">
              <a:lnSpc>
                <a:spcPct val="100000"/>
              </a:lnSpc>
              <a:spcBef>
                <a:spcPts val="0"/>
              </a:spcBef>
              <a:spcAft>
                <a:spcPts val="0"/>
              </a:spcAft>
              <a:buClr>
                <a:schemeClr val="dk2"/>
              </a:buClr>
              <a:buSzPts val="1800"/>
              <a:buFont typeface="Montserrat"/>
              <a:buNone/>
            </a:pPr>
            <a:r>
              <a:rPr lang="en" sz="1800" b="0" i="0" u="sng" strike="noStrike" cap="none">
                <a:solidFill>
                  <a:schemeClr val="accent1"/>
                </a:solidFill>
                <a:latin typeface="Montserrat"/>
                <a:ea typeface="Montserrat"/>
                <a:cs typeface="Montserrat"/>
                <a:sym typeface="Montserrat"/>
              </a:rPr>
              <a:t>risk</a:t>
            </a:r>
            <a:endParaRPr sz="1800" b="0" i="0" u="sng" strike="noStrike" cap="none">
              <a:solidFill>
                <a:schemeClr val="accent1"/>
              </a:solidFill>
              <a:latin typeface="Montserrat"/>
              <a:ea typeface="Montserrat"/>
              <a:cs typeface="Montserrat"/>
              <a:sym typeface="Montserrat"/>
            </a:endParaRPr>
          </a:p>
        </p:txBody>
      </p:sp>
      <p:sp>
        <p:nvSpPr>
          <p:cNvPr id="842" name="Google Shape;842;p102"/>
          <p:cNvSpPr txBox="1">
            <a:spLocks noGrp="1"/>
          </p:cNvSpPr>
          <p:nvPr>
            <p:ph type="subTitle" idx="4294967295"/>
          </p:nvPr>
        </p:nvSpPr>
        <p:spPr>
          <a:xfrm>
            <a:off x="6125550" y="1866250"/>
            <a:ext cx="2261700" cy="4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1800"/>
              <a:buFont typeface="Montserrat"/>
              <a:buNone/>
            </a:pPr>
            <a:r>
              <a:rPr lang="en" sz="1800" b="0" i="0" u="none" strike="noStrike" cap="none">
                <a:solidFill>
                  <a:schemeClr val="accent1"/>
                </a:solidFill>
                <a:latin typeface="Montserrat"/>
                <a:ea typeface="Montserrat"/>
                <a:cs typeface="Montserrat"/>
                <a:sym typeface="Montserrat"/>
              </a:rPr>
              <a:t>Increase </a:t>
            </a:r>
            <a:endParaRPr sz="1800" b="0" i="0" u="none" strike="noStrike" cap="none">
              <a:solidFill>
                <a:schemeClr val="accent1"/>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2"/>
              </a:buClr>
              <a:buSzPts val="1800"/>
              <a:buFont typeface="Montserrat"/>
              <a:buNone/>
            </a:pPr>
            <a:r>
              <a:rPr lang="en" sz="1800" b="0" i="0" u="sng" strike="noStrike" cap="none">
                <a:solidFill>
                  <a:schemeClr val="accent1"/>
                </a:solidFill>
                <a:latin typeface="Montserrat"/>
                <a:ea typeface="Montserrat"/>
                <a:cs typeface="Montserrat"/>
                <a:sym typeface="Montserrat"/>
              </a:rPr>
              <a:t>revenue</a:t>
            </a:r>
            <a:endParaRPr sz="1800" b="0" i="0" u="sng" strike="noStrike" cap="none">
              <a:solidFill>
                <a:schemeClr val="accent1"/>
              </a:solidFill>
              <a:latin typeface="Montserrat"/>
              <a:ea typeface="Montserrat"/>
              <a:cs typeface="Montserrat"/>
              <a:sym typeface="Montserrat"/>
            </a:endParaRPr>
          </a:p>
        </p:txBody>
      </p:sp>
      <p:cxnSp>
        <p:nvCxnSpPr>
          <p:cNvPr id="843" name="Google Shape;843;p102"/>
          <p:cNvCxnSpPr/>
          <p:nvPr/>
        </p:nvCxnSpPr>
        <p:spPr>
          <a:xfrm>
            <a:off x="4574275" y="2616125"/>
            <a:ext cx="1453500" cy="721500"/>
          </a:xfrm>
          <a:prstGeom prst="straightConnector1">
            <a:avLst/>
          </a:prstGeom>
          <a:noFill/>
          <a:ln w="19050" cap="flat" cmpd="sng">
            <a:solidFill>
              <a:schemeClr val="accent1"/>
            </a:solidFill>
            <a:prstDash val="solid"/>
            <a:round/>
            <a:headEnd type="none" w="sm" len="sm"/>
            <a:tailEnd type="oval" w="med" len="med"/>
          </a:ln>
        </p:spPr>
      </p:cxnSp>
      <p:sp>
        <p:nvSpPr>
          <p:cNvPr id="844" name="Google Shape;844;p102"/>
          <p:cNvSpPr txBox="1">
            <a:spLocks noGrp="1"/>
          </p:cNvSpPr>
          <p:nvPr>
            <p:ph type="subTitle" idx="4294967295"/>
          </p:nvPr>
        </p:nvSpPr>
        <p:spPr>
          <a:xfrm>
            <a:off x="6125538" y="3082175"/>
            <a:ext cx="2261700" cy="4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2"/>
              </a:buClr>
              <a:buSzPts val="1800"/>
              <a:buFont typeface="Montserrat"/>
              <a:buNone/>
            </a:pPr>
            <a:r>
              <a:rPr lang="en" sz="1800" b="0" i="1" u="none" strike="noStrike" cap="none">
                <a:solidFill>
                  <a:schemeClr val="accent1"/>
                </a:solidFill>
                <a:latin typeface="Montserrat"/>
                <a:ea typeface="Montserrat"/>
                <a:cs typeface="Montserrat"/>
                <a:sym typeface="Montserrat"/>
              </a:rPr>
              <a:t>Sweet Spot</a:t>
            </a:r>
            <a:endParaRPr sz="1800" b="0" i="1" u="none" strike="noStrike" cap="none">
              <a:solidFill>
                <a:schemeClr val="accent1"/>
              </a:solidFill>
              <a:latin typeface="Montserrat"/>
              <a:ea typeface="Montserrat"/>
              <a:cs typeface="Montserrat"/>
              <a:sym typeface="Montserrat"/>
            </a:endParaRPr>
          </a:p>
        </p:txBody>
      </p:sp>
      <p:sp>
        <p:nvSpPr>
          <p:cNvPr id="845" name="Google Shape;845;p102"/>
          <p:cNvSpPr txBox="1"/>
          <p:nvPr/>
        </p:nvSpPr>
        <p:spPr>
          <a:xfrm>
            <a:off x="1208475" y="2550825"/>
            <a:ext cx="18084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Montserrat"/>
                <a:ea typeface="Montserrat"/>
                <a:cs typeface="Montserrat"/>
                <a:sym typeface="Montserrat"/>
              </a:rPr>
              <a:t>Measure </a:t>
            </a:r>
            <a:r>
              <a:rPr lang="en" sz="1200" b="1" i="0" u="none" strike="noStrike" cap="none">
                <a:solidFill>
                  <a:schemeClr val="dk1"/>
                </a:solidFill>
                <a:latin typeface="Montserrat"/>
                <a:ea typeface="Montserrat"/>
                <a:cs typeface="Montserrat"/>
                <a:sym typeface="Montserrat"/>
              </a:rPr>
              <a:t>time saved</a:t>
            </a:r>
            <a:endParaRPr sz="1400" b="1" i="0" u="none" strike="noStrike" cap="none">
              <a:solidFill>
                <a:srgbClr val="000000"/>
              </a:solidFill>
              <a:latin typeface="Arial"/>
              <a:ea typeface="Arial"/>
              <a:cs typeface="Arial"/>
              <a:sym typeface="Arial"/>
            </a:endParaRPr>
          </a:p>
        </p:txBody>
      </p:sp>
      <p:sp>
        <p:nvSpPr>
          <p:cNvPr id="846" name="Google Shape;846;p102"/>
          <p:cNvSpPr txBox="1"/>
          <p:nvPr/>
        </p:nvSpPr>
        <p:spPr>
          <a:xfrm>
            <a:off x="6125550" y="2551100"/>
            <a:ext cx="226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600"/>
              </a:spcAft>
              <a:buClr>
                <a:srgbClr val="000000"/>
              </a:buClr>
              <a:buSzPts val="1200"/>
              <a:buFont typeface="Arial"/>
              <a:buNone/>
            </a:pPr>
            <a:r>
              <a:rPr lang="en" sz="1200" b="0" i="0" u="none" strike="noStrike" cap="none">
                <a:solidFill>
                  <a:schemeClr val="dk1"/>
                </a:solidFill>
                <a:latin typeface="Montserrat"/>
                <a:ea typeface="Montserrat"/>
                <a:cs typeface="Montserrat"/>
                <a:sym typeface="Montserrat"/>
              </a:rPr>
              <a:t>Measure </a:t>
            </a:r>
            <a:r>
              <a:rPr lang="en" sz="1200" b="1" i="0" u="none" strike="noStrike" cap="none">
                <a:solidFill>
                  <a:schemeClr val="dk1"/>
                </a:solidFill>
                <a:latin typeface="Montserrat"/>
                <a:ea typeface="Montserrat"/>
                <a:cs typeface="Montserrat"/>
                <a:sym typeface="Montserrat"/>
              </a:rPr>
              <a:t>Profits &amp; Costs</a:t>
            </a:r>
            <a:endParaRPr sz="1400" b="1" i="0" u="none" strike="noStrike" cap="none">
              <a:solidFill>
                <a:srgbClr val="000000"/>
              </a:solidFill>
              <a:latin typeface="Arial"/>
              <a:ea typeface="Arial"/>
              <a:cs typeface="Arial"/>
              <a:sym typeface="Arial"/>
            </a:endParaRPr>
          </a:p>
        </p:txBody>
      </p:sp>
      <p:sp>
        <p:nvSpPr>
          <p:cNvPr id="847" name="Google Shape;847;p102"/>
          <p:cNvSpPr txBox="1"/>
          <p:nvPr/>
        </p:nvSpPr>
        <p:spPr>
          <a:xfrm>
            <a:off x="1292875" y="3963350"/>
            <a:ext cx="2118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Montserrat"/>
                <a:ea typeface="Montserrat"/>
                <a:cs typeface="Montserrat"/>
                <a:sym typeface="Montserrat"/>
              </a:rPr>
              <a:t>Measure </a:t>
            </a:r>
            <a:r>
              <a:rPr lang="en" sz="1200" b="1" i="0" u="none" strike="noStrike" cap="none">
                <a:solidFill>
                  <a:schemeClr val="dk1"/>
                </a:solidFill>
                <a:latin typeface="Montserrat"/>
                <a:ea typeface="Montserrat"/>
                <a:cs typeface="Montserrat"/>
                <a:sym typeface="Montserrat"/>
              </a:rPr>
              <a:t>difference between actual returns &amp; expected returns</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851"/>
        <p:cNvGrpSpPr/>
        <p:nvPr/>
      </p:nvGrpSpPr>
      <p:grpSpPr>
        <a:xfrm>
          <a:off x="0" y="0"/>
          <a:ext cx="0" cy="0"/>
          <a:chOff x="0" y="0"/>
          <a:chExt cx="0" cy="0"/>
        </a:xfrm>
      </p:grpSpPr>
      <p:sp>
        <p:nvSpPr>
          <p:cNvPr id="852" name="Google Shape;852;p103"/>
          <p:cNvSpPr txBox="1"/>
          <p:nvPr/>
        </p:nvSpPr>
        <p:spPr>
          <a:xfrm>
            <a:off x="2052250" y="3252275"/>
            <a:ext cx="1932600" cy="897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200"/>
              <a:buFont typeface="Arial"/>
              <a:buNone/>
            </a:pPr>
            <a:r>
              <a:rPr lang="en" sz="1200" b="0" i="0" u="none" strike="noStrike" cap="none">
                <a:solidFill>
                  <a:srgbClr val="000000"/>
                </a:solidFill>
                <a:latin typeface="Montserrat"/>
                <a:ea typeface="Montserrat"/>
                <a:cs typeface="Montserrat"/>
                <a:sym typeface="Montserrat"/>
              </a:rPr>
              <a:t>Help Asset manager make </a:t>
            </a:r>
            <a:r>
              <a:rPr lang="en" sz="1200" b="1" i="0" u="none" strike="noStrike" cap="none">
                <a:solidFill>
                  <a:srgbClr val="000000"/>
                </a:solidFill>
                <a:latin typeface="Montserrat"/>
                <a:ea typeface="Montserrat"/>
                <a:cs typeface="Montserrat"/>
                <a:sym typeface="Montserrat"/>
              </a:rPr>
              <a:t>buy/sell/hold </a:t>
            </a:r>
            <a:r>
              <a:rPr lang="en" sz="1200" b="0" i="0" u="none" strike="noStrike" cap="none">
                <a:solidFill>
                  <a:srgbClr val="000000"/>
                </a:solidFill>
                <a:latin typeface="Montserrat"/>
                <a:ea typeface="Montserrat"/>
                <a:cs typeface="Montserrat"/>
                <a:sym typeface="Montserrat"/>
              </a:rPr>
              <a:t>decision and show </a:t>
            </a:r>
            <a:r>
              <a:rPr lang="en" sz="1200" b="1" i="0" u="none" strike="noStrike" cap="none">
                <a:solidFill>
                  <a:srgbClr val="000000"/>
                </a:solidFill>
                <a:latin typeface="Montserrat"/>
                <a:ea typeface="Montserrat"/>
                <a:cs typeface="Montserrat"/>
                <a:sym typeface="Montserrat"/>
              </a:rPr>
              <a:t>predicted price</a:t>
            </a:r>
            <a:endParaRPr sz="1200" b="0" i="0" u="none" strike="noStrike" cap="none">
              <a:solidFill>
                <a:srgbClr val="000000"/>
              </a:solidFill>
              <a:latin typeface="Montserrat"/>
              <a:ea typeface="Montserrat"/>
              <a:cs typeface="Montserrat"/>
              <a:sym typeface="Montserrat"/>
            </a:endParaRPr>
          </a:p>
        </p:txBody>
      </p:sp>
      <p:sp>
        <p:nvSpPr>
          <p:cNvPr id="853" name="Google Shape;853;p103"/>
          <p:cNvSpPr txBox="1"/>
          <p:nvPr/>
        </p:nvSpPr>
        <p:spPr>
          <a:xfrm>
            <a:off x="851125" y="369598"/>
            <a:ext cx="77175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1" i="0" u="none" strike="noStrike" cap="none">
              <a:solidFill>
                <a:srgbClr val="003BA3"/>
              </a:solidFill>
              <a:latin typeface="Montserrat"/>
              <a:ea typeface="Montserrat"/>
              <a:cs typeface="Montserrat"/>
              <a:sym typeface="Montserrat"/>
            </a:endParaRPr>
          </a:p>
        </p:txBody>
      </p:sp>
      <p:pic>
        <p:nvPicPr>
          <p:cNvPr id="854" name="Google Shape;854;p103"/>
          <p:cNvPicPr preferRelativeResize="0"/>
          <p:nvPr/>
        </p:nvPicPr>
        <p:blipFill rotWithShape="1">
          <a:blip r:embed="rId3">
            <a:alphaModFix/>
          </a:blip>
          <a:srcRect/>
          <a:stretch/>
        </p:blipFill>
        <p:spPr>
          <a:xfrm>
            <a:off x="2459900" y="2004550"/>
            <a:ext cx="1117325" cy="1117325"/>
          </a:xfrm>
          <a:prstGeom prst="rect">
            <a:avLst/>
          </a:prstGeom>
          <a:noFill/>
          <a:ln>
            <a:noFill/>
          </a:ln>
        </p:spPr>
      </p:pic>
      <p:pic>
        <p:nvPicPr>
          <p:cNvPr id="855" name="Google Shape;855;p103"/>
          <p:cNvPicPr preferRelativeResize="0"/>
          <p:nvPr/>
        </p:nvPicPr>
        <p:blipFill rotWithShape="1">
          <a:blip r:embed="rId4">
            <a:alphaModFix/>
          </a:blip>
          <a:srcRect/>
          <a:stretch/>
        </p:blipFill>
        <p:spPr>
          <a:xfrm>
            <a:off x="4893025" y="1921202"/>
            <a:ext cx="1117325" cy="1117325"/>
          </a:xfrm>
          <a:prstGeom prst="rect">
            <a:avLst/>
          </a:prstGeom>
          <a:noFill/>
          <a:ln>
            <a:noFill/>
          </a:ln>
        </p:spPr>
      </p:pic>
      <p:pic>
        <p:nvPicPr>
          <p:cNvPr id="856" name="Google Shape;856;p103"/>
          <p:cNvPicPr preferRelativeResize="0"/>
          <p:nvPr/>
        </p:nvPicPr>
        <p:blipFill rotWithShape="1">
          <a:blip r:embed="rId5">
            <a:alphaModFix/>
          </a:blip>
          <a:srcRect/>
          <a:stretch/>
        </p:blipFill>
        <p:spPr>
          <a:xfrm>
            <a:off x="6010350" y="2070050"/>
            <a:ext cx="986350" cy="986350"/>
          </a:xfrm>
          <a:prstGeom prst="rect">
            <a:avLst/>
          </a:prstGeom>
          <a:noFill/>
          <a:ln>
            <a:noFill/>
          </a:ln>
        </p:spPr>
      </p:pic>
      <p:sp>
        <p:nvSpPr>
          <p:cNvPr id="857" name="Google Shape;857;p103"/>
          <p:cNvSpPr txBox="1"/>
          <p:nvPr/>
        </p:nvSpPr>
        <p:spPr>
          <a:xfrm>
            <a:off x="4795775" y="3230525"/>
            <a:ext cx="2270400" cy="940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rgbClr val="000000"/>
              </a:buClr>
              <a:buSzPts val="1200"/>
              <a:buFont typeface="Arial"/>
              <a:buNone/>
            </a:pPr>
            <a:r>
              <a:rPr lang="en" sz="1200" b="0" i="0" u="none" strike="noStrike" cap="none">
                <a:solidFill>
                  <a:srgbClr val="000000"/>
                </a:solidFill>
                <a:latin typeface="Montserrat"/>
                <a:ea typeface="Montserrat"/>
                <a:cs typeface="Montserrat"/>
                <a:sym typeface="Montserrat"/>
              </a:rPr>
              <a:t>Asset manager </a:t>
            </a:r>
            <a:r>
              <a:rPr lang="en" sz="1200" b="1" i="0" u="none" strike="noStrike" cap="none">
                <a:solidFill>
                  <a:srgbClr val="000000"/>
                </a:solidFill>
                <a:latin typeface="Montserrat"/>
                <a:ea typeface="Montserrat"/>
                <a:cs typeface="Montserrat"/>
                <a:sym typeface="Montserrat"/>
              </a:rPr>
              <a:t>profit &amp; save time</a:t>
            </a:r>
            <a:r>
              <a:rPr lang="en" sz="1200" b="0" i="0" u="none" strike="noStrike" cap="none">
                <a:solidFill>
                  <a:srgbClr val="000000"/>
                </a:solidFill>
                <a:latin typeface="Montserrat"/>
                <a:ea typeface="Montserrat"/>
                <a:cs typeface="Montserrat"/>
                <a:sym typeface="Montserrat"/>
              </a:rPr>
              <a:t> without need to scroll social medias</a:t>
            </a:r>
            <a:endParaRPr sz="1200" b="0" i="0" u="none" strike="noStrike" cap="none">
              <a:solidFill>
                <a:srgbClr val="000000"/>
              </a:solidFill>
              <a:latin typeface="Montserrat"/>
              <a:ea typeface="Montserrat"/>
              <a:cs typeface="Montserrat"/>
              <a:sym typeface="Montserrat"/>
            </a:endParaRPr>
          </a:p>
        </p:txBody>
      </p:sp>
      <p:sp>
        <p:nvSpPr>
          <p:cNvPr id="858" name="Google Shape;858;p103"/>
          <p:cNvSpPr txBox="1"/>
          <p:nvPr/>
        </p:nvSpPr>
        <p:spPr>
          <a:xfrm>
            <a:off x="713225" y="384049"/>
            <a:ext cx="8235300" cy="371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1" i="0" u="none" strike="noStrike" cap="none">
                <a:solidFill>
                  <a:srgbClr val="003BA3"/>
                </a:solidFill>
                <a:latin typeface="Montserrat"/>
                <a:ea typeface="Montserrat"/>
                <a:cs typeface="Montserrat"/>
                <a:sym typeface="Montserrat"/>
              </a:rPr>
              <a:t>How Results Provide a Competitive Edge </a:t>
            </a:r>
            <a:endParaRPr sz="2800" b="1" i="0" u="none" strike="noStrike" cap="none">
              <a:solidFill>
                <a:srgbClr val="003BA3"/>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104"/>
          <p:cNvSpPr txBox="1">
            <a:spLocks noGrp="1"/>
          </p:cNvSpPr>
          <p:nvPr>
            <p:ph type="title"/>
          </p:nvPr>
        </p:nvSpPr>
        <p:spPr>
          <a:xfrm>
            <a:off x="713225" y="1170000"/>
            <a:ext cx="5533200" cy="2803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6000"/>
              <a:t>Solution </a:t>
            </a:r>
            <a:r>
              <a:rPr lang="en" sz="6000">
                <a:solidFill>
                  <a:schemeClr val="dk2"/>
                </a:solidFill>
              </a:rPr>
              <a:t>Demo</a:t>
            </a:r>
            <a:endParaRPr sz="60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05"/>
          <p:cNvSpPr txBox="1"/>
          <p:nvPr/>
        </p:nvSpPr>
        <p:spPr>
          <a:xfrm>
            <a:off x="713225" y="4249600"/>
            <a:ext cx="3710400" cy="253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rgbClr val="000000"/>
              </a:buClr>
              <a:buSzPts val="1200"/>
              <a:buFont typeface="Arial"/>
              <a:buNone/>
            </a:pPr>
            <a:r>
              <a:rPr lang="en" sz="1200" b="0" i="0" u="none" strike="noStrike" cap="none">
                <a:solidFill>
                  <a:schemeClr val="accent2"/>
                </a:solidFill>
                <a:latin typeface="Montserrat"/>
                <a:ea typeface="Montserrat"/>
                <a:cs typeface="Montserrat"/>
                <a:sym typeface="Montserrat"/>
              </a:rPr>
              <a:t>Please keep this slide for attribution</a:t>
            </a:r>
            <a:endParaRPr sz="1200" b="0" i="0" u="none" strike="noStrike" cap="none">
              <a:solidFill>
                <a:schemeClr val="accent2"/>
              </a:solidFill>
              <a:latin typeface="Montserrat"/>
              <a:ea typeface="Montserrat"/>
              <a:cs typeface="Montserrat"/>
              <a:sym typeface="Montserrat"/>
            </a:endParaRPr>
          </a:p>
        </p:txBody>
      </p:sp>
      <p:sp>
        <p:nvSpPr>
          <p:cNvPr id="869" name="Google Shape;869;p105"/>
          <p:cNvSpPr/>
          <p:nvPr/>
        </p:nvSpPr>
        <p:spPr>
          <a:xfrm>
            <a:off x="604325" y="3524000"/>
            <a:ext cx="4076700" cy="1296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105"/>
          <p:cNvSpPr txBox="1">
            <a:spLocks noGrp="1"/>
          </p:cNvSpPr>
          <p:nvPr>
            <p:ph type="title"/>
          </p:nvPr>
        </p:nvSpPr>
        <p:spPr>
          <a:xfrm>
            <a:off x="704375" y="2317325"/>
            <a:ext cx="5846444" cy="133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Thank You</a:t>
            </a:r>
            <a:r>
              <a:rPr lang="en" dirty="0"/>
              <a:t>!</a:t>
            </a:r>
            <a:endParaRPr dirty="0"/>
          </a:p>
        </p:txBody>
      </p:sp>
      <p:sp>
        <p:nvSpPr>
          <p:cNvPr id="871" name="Google Shape;871;p105"/>
          <p:cNvSpPr txBox="1"/>
          <p:nvPr/>
        </p:nvSpPr>
        <p:spPr>
          <a:xfrm>
            <a:off x="722075" y="3487598"/>
            <a:ext cx="3841200" cy="62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000"/>
              </a:spcAft>
              <a:buClr>
                <a:srgbClr val="000000"/>
              </a:buClr>
              <a:buSzPts val="1400"/>
              <a:buFont typeface="Arial"/>
              <a:buNone/>
            </a:pPr>
            <a:r>
              <a:rPr lang="en" sz="1400" b="0" i="0" u="none" strike="noStrike" cap="none">
                <a:solidFill>
                  <a:schemeClr val="accent2"/>
                </a:solidFill>
                <a:latin typeface="Montserrat"/>
                <a:ea typeface="Montserrat"/>
                <a:cs typeface="Montserrat"/>
                <a:sym typeface="Montserrat"/>
              </a:rPr>
              <a:t>Any questions?</a:t>
            </a:r>
            <a:endParaRPr sz="1400" b="0" i="0" u="none" strike="noStrike" cap="none">
              <a:solidFill>
                <a:schemeClr val="accent2"/>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875"/>
        <p:cNvGrpSpPr/>
        <p:nvPr/>
      </p:nvGrpSpPr>
      <p:grpSpPr>
        <a:xfrm>
          <a:off x="0" y="0"/>
          <a:ext cx="0" cy="0"/>
          <a:chOff x="0" y="0"/>
          <a:chExt cx="0" cy="0"/>
        </a:xfrm>
      </p:grpSpPr>
      <p:pic>
        <p:nvPicPr>
          <p:cNvPr id="876" name="Google Shape;876;p106"/>
          <p:cNvPicPr preferRelativeResize="0"/>
          <p:nvPr/>
        </p:nvPicPr>
        <p:blipFill rotWithShape="1">
          <a:blip r:embed="rId3">
            <a:alphaModFix/>
          </a:blip>
          <a:srcRect/>
          <a:stretch/>
        </p:blipFill>
        <p:spPr>
          <a:xfrm>
            <a:off x="1316000" y="1283175"/>
            <a:ext cx="5241977" cy="3315074"/>
          </a:xfrm>
          <a:prstGeom prst="rect">
            <a:avLst/>
          </a:prstGeom>
          <a:noFill/>
          <a:ln>
            <a:noFill/>
          </a:ln>
        </p:spPr>
      </p:pic>
      <p:sp>
        <p:nvSpPr>
          <p:cNvPr id="877" name="Google Shape;877;p106"/>
          <p:cNvSpPr txBox="1">
            <a:spLocks noGrp="1"/>
          </p:cNvSpPr>
          <p:nvPr>
            <p:ph type="title"/>
          </p:nvPr>
        </p:nvSpPr>
        <p:spPr>
          <a:xfrm>
            <a:off x="311700" y="413338"/>
            <a:ext cx="8520600" cy="704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400"/>
              <a:t>Fastest growing information system</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881"/>
        <p:cNvGrpSpPr/>
        <p:nvPr/>
      </p:nvGrpSpPr>
      <p:grpSpPr>
        <a:xfrm>
          <a:off x="0" y="0"/>
          <a:ext cx="0" cy="0"/>
          <a:chOff x="0" y="0"/>
          <a:chExt cx="0" cy="0"/>
        </a:xfrm>
      </p:grpSpPr>
      <p:sp>
        <p:nvSpPr>
          <p:cNvPr id="882" name="Google Shape;882;p107"/>
          <p:cNvSpPr txBox="1">
            <a:spLocks noGrp="1"/>
          </p:cNvSpPr>
          <p:nvPr>
            <p:ph type="title"/>
          </p:nvPr>
        </p:nvSpPr>
        <p:spPr>
          <a:xfrm>
            <a:off x="480675" y="1594950"/>
            <a:ext cx="4232100" cy="755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Price</a:t>
            </a:r>
            <a:endParaRPr/>
          </a:p>
        </p:txBody>
      </p:sp>
      <p:sp>
        <p:nvSpPr>
          <p:cNvPr id="883" name="Google Shape;883;p107"/>
          <p:cNvSpPr txBox="1">
            <a:spLocks noGrp="1"/>
          </p:cNvSpPr>
          <p:nvPr>
            <p:ph type="body" idx="1"/>
          </p:nvPr>
        </p:nvSpPr>
        <p:spPr>
          <a:xfrm>
            <a:off x="480675" y="2350650"/>
            <a:ext cx="4232100" cy="201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a:p>
        </p:txBody>
      </p:sp>
      <p:pic>
        <p:nvPicPr>
          <p:cNvPr id="884" name="Google Shape;884;p107"/>
          <p:cNvPicPr preferRelativeResize="0"/>
          <p:nvPr/>
        </p:nvPicPr>
        <p:blipFill rotWithShape="1">
          <a:blip r:embed="rId3">
            <a:alphaModFix/>
          </a:blip>
          <a:srcRect/>
          <a:stretch/>
        </p:blipFill>
        <p:spPr>
          <a:xfrm>
            <a:off x="1798699" y="209888"/>
            <a:ext cx="7345300" cy="47237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888"/>
        <p:cNvGrpSpPr/>
        <p:nvPr/>
      </p:nvGrpSpPr>
      <p:grpSpPr>
        <a:xfrm>
          <a:off x="0" y="0"/>
          <a:ext cx="0" cy="0"/>
          <a:chOff x="0" y="0"/>
          <a:chExt cx="0" cy="0"/>
        </a:xfrm>
      </p:grpSpPr>
      <p:sp>
        <p:nvSpPr>
          <p:cNvPr id="889" name="Google Shape;889;p108"/>
          <p:cNvSpPr txBox="1"/>
          <p:nvPr/>
        </p:nvSpPr>
        <p:spPr>
          <a:xfrm>
            <a:off x="410975" y="231650"/>
            <a:ext cx="83838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b="1" i="0" u="none" strike="noStrike" cap="none">
                <a:solidFill>
                  <a:srgbClr val="003BA3"/>
                </a:solidFill>
                <a:latin typeface="Montserrat"/>
                <a:ea typeface="Montserrat"/>
                <a:cs typeface="Montserrat"/>
                <a:sym typeface="Montserrat"/>
              </a:rPr>
              <a:t>Challenges/opportunities </a:t>
            </a:r>
            <a:endParaRPr sz="2800" b="1" i="0" u="none" strike="noStrike" cap="none">
              <a:solidFill>
                <a:srgbClr val="003BA3"/>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2800"/>
              <a:buFont typeface="Arial"/>
              <a:buNone/>
            </a:pPr>
            <a:r>
              <a:rPr lang="en" sz="2800" b="1" i="0" u="none" strike="noStrike" cap="none">
                <a:solidFill>
                  <a:srgbClr val="003BA3"/>
                </a:solidFill>
                <a:latin typeface="Montserrat"/>
                <a:ea typeface="Montserrat"/>
                <a:cs typeface="Montserrat"/>
                <a:sym typeface="Montserrat"/>
              </a:rPr>
              <a:t>for sentiment analysis</a:t>
            </a:r>
            <a:endParaRPr sz="2800" b="1" i="0" u="none" strike="noStrike" cap="none">
              <a:solidFill>
                <a:srgbClr val="003BA3"/>
              </a:solidFill>
              <a:latin typeface="Montserrat"/>
              <a:ea typeface="Montserrat"/>
              <a:cs typeface="Montserrat"/>
              <a:sym typeface="Montserrat"/>
            </a:endParaRPr>
          </a:p>
        </p:txBody>
      </p:sp>
      <p:sp>
        <p:nvSpPr>
          <p:cNvPr id="890" name="Google Shape;890;p108"/>
          <p:cNvSpPr txBox="1"/>
          <p:nvPr/>
        </p:nvSpPr>
        <p:spPr>
          <a:xfrm>
            <a:off x="9306775" y="2691050"/>
            <a:ext cx="7980000" cy="4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rgbClr val="000000"/>
              </a:buClr>
              <a:buSzPts val="1800"/>
              <a:buFont typeface="Arial"/>
              <a:buNone/>
            </a:pPr>
            <a:r>
              <a:rPr lang="en" sz="1800" b="1" i="0" u="none" strike="noStrike" cap="none">
                <a:solidFill>
                  <a:srgbClr val="003BA3"/>
                </a:solidFill>
                <a:latin typeface="Montserrat"/>
                <a:ea typeface="Montserrat"/>
                <a:cs typeface="Montserrat"/>
                <a:sym typeface="Montserrat"/>
              </a:rPr>
              <a:t>Market Relevance</a:t>
            </a:r>
            <a:endParaRPr sz="1800" b="1" i="0" u="none" strike="noStrike" cap="none">
              <a:solidFill>
                <a:srgbClr val="003BA3"/>
              </a:solidFill>
              <a:latin typeface="Montserrat"/>
              <a:ea typeface="Montserrat"/>
              <a:cs typeface="Montserrat"/>
              <a:sym typeface="Montserrat"/>
            </a:endParaRPr>
          </a:p>
        </p:txBody>
      </p:sp>
      <p:sp>
        <p:nvSpPr>
          <p:cNvPr id="891" name="Google Shape;891;p108"/>
          <p:cNvSpPr txBox="1"/>
          <p:nvPr/>
        </p:nvSpPr>
        <p:spPr>
          <a:xfrm>
            <a:off x="9306775" y="3066500"/>
            <a:ext cx="7980000" cy="7239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Very important &amp; currently still very manual</a:t>
            </a:r>
            <a:endParaRPr sz="1400" b="0" i="0" u="none" strike="noStrike" cap="none">
              <a:solidFill>
                <a:srgbClr val="000000"/>
              </a:solidFill>
              <a:latin typeface="Montserrat"/>
              <a:ea typeface="Montserrat"/>
              <a:cs typeface="Montserrat"/>
              <a:sym typeface="Montserrat"/>
            </a:endParaRPr>
          </a:p>
          <a:p>
            <a:pPr marL="457200" marR="0" lvl="0" indent="-317500" algn="l" rtl="0">
              <a:lnSpc>
                <a:spcPct val="100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Banks still hire 3rd party research teams to do this</a:t>
            </a:r>
            <a:endParaRPr sz="1400" b="0" i="0" u="none" strike="noStrike" cap="none">
              <a:solidFill>
                <a:srgbClr val="000000"/>
              </a:solidFill>
              <a:latin typeface="Montserrat"/>
              <a:ea typeface="Montserrat"/>
              <a:cs typeface="Montserrat"/>
              <a:sym typeface="Montserrat"/>
            </a:endParaRPr>
          </a:p>
        </p:txBody>
      </p:sp>
      <p:sp>
        <p:nvSpPr>
          <p:cNvPr id="892" name="Google Shape;892;p108"/>
          <p:cNvSpPr txBox="1"/>
          <p:nvPr/>
        </p:nvSpPr>
        <p:spPr>
          <a:xfrm>
            <a:off x="711900" y="3271025"/>
            <a:ext cx="7980000" cy="4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rgbClr val="000000"/>
              </a:buClr>
              <a:buSzPts val="1800"/>
              <a:buFont typeface="Arial"/>
              <a:buNone/>
            </a:pPr>
            <a:r>
              <a:rPr lang="en" sz="1800" b="1" i="0" u="none" strike="noStrike" cap="none">
                <a:solidFill>
                  <a:srgbClr val="003BA3"/>
                </a:solidFill>
                <a:latin typeface="Montserrat"/>
                <a:ea typeface="Montserrat"/>
                <a:cs typeface="Montserrat"/>
                <a:sym typeface="Montserrat"/>
              </a:rPr>
              <a:t>Abstract nature</a:t>
            </a:r>
            <a:endParaRPr sz="1800" b="1" i="0" u="none" strike="noStrike" cap="none">
              <a:solidFill>
                <a:srgbClr val="003BA3"/>
              </a:solidFill>
              <a:latin typeface="Montserrat"/>
              <a:ea typeface="Montserrat"/>
              <a:cs typeface="Montserrat"/>
              <a:sym typeface="Montserrat"/>
            </a:endParaRPr>
          </a:p>
        </p:txBody>
      </p:sp>
      <p:sp>
        <p:nvSpPr>
          <p:cNvPr id="893" name="Google Shape;893;p108"/>
          <p:cNvSpPr txBox="1"/>
          <p:nvPr/>
        </p:nvSpPr>
        <p:spPr>
          <a:xfrm>
            <a:off x="711900" y="3646475"/>
            <a:ext cx="7980000" cy="7239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Opportunity to back up with other </a:t>
            </a:r>
            <a:r>
              <a:rPr lang="en" sz="1400" b="0" i="0" u="none" strike="noStrike" cap="none">
                <a:solidFill>
                  <a:schemeClr val="dk2"/>
                </a:solidFill>
                <a:latin typeface="Montserrat"/>
                <a:ea typeface="Montserrat"/>
                <a:cs typeface="Montserrat"/>
                <a:sym typeface="Montserrat"/>
              </a:rPr>
              <a:t>quantifiable </a:t>
            </a:r>
            <a:r>
              <a:rPr lang="en" sz="1400" b="0" i="0" u="none" strike="noStrike" cap="none">
                <a:solidFill>
                  <a:srgbClr val="000000"/>
                </a:solidFill>
                <a:latin typeface="Montserrat"/>
                <a:ea typeface="Montserrat"/>
                <a:cs typeface="Montserrat"/>
                <a:sym typeface="Montserrat"/>
              </a:rPr>
              <a:t>analyses such as price predictions through ML </a:t>
            </a:r>
            <a:endParaRPr sz="1400" b="0" i="0" u="none" strike="noStrike" cap="none">
              <a:solidFill>
                <a:srgbClr val="000000"/>
              </a:solidFill>
              <a:latin typeface="Montserrat"/>
              <a:ea typeface="Montserrat"/>
              <a:cs typeface="Montserrat"/>
              <a:sym typeface="Montserrat"/>
            </a:endParaRPr>
          </a:p>
        </p:txBody>
      </p:sp>
      <p:sp>
        <p:nvSpPr>
          <p:cNvPr id="894" name="Google Shape;894;p108"/>
          <p:cNvSpPr txBox="1"/>
          <p:nvPr/>
        </p:nvSpPr>
        <p:spPr>
          <a:xfrm>
            <a:off x="711900" y="1728500"/>
            <a:ext cx="7980000" cy="40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rgbClr val="000000"/>
              </a:buClr>
              <a:buSzPts val="1800"/>
              <a:buFont typeface="Arial"/>
              <a:buNone/>
            </a:pPr>
            <a:r>
              <a:rPr lang="en" sz="1800" b="1" i="0" u="none" strike="noStrike" cap="none">
                <a:solidFill>
                  <a:srgbClr val="003BA3"/>
                </a:solidFill>
                <a:latin typeface="Montserrat"/>
                <a:ea typeface="Montserrat"/>
                <a:cs typeface="Montserrat"/>
                <a:sym typeface="Montserrat"/>
              </a:rPr>
              <a:t>Complexity</a:t>
            </a:r>
            <a:endParaRPr sz="1800" b="1" i="0" u="none" strike="noStrike" cap="none">
              <a:solidFill>
                <a:srgbClr val="003BA3"/>
              </a:solidFill>
              <a:latin typeface="Montserrat"/>
              <a:ea typeface="Montserrat"/>
              <a:cs typeface="Montserrat"/>
              <a:sym typeface="Montserrat"/>
            </a:endParaRPr>
          </a:p>
        </p:txBody>
      </p:sp>
      <p:sp>
        <p:nvSpPr>
          <p:cNvPr id="895" name="Google Shape;895;p108"/>
          <p:cNvSpPr txBox="1"/>
          <p:nvPr/>
        </p:nvSpPr>
        <p:spPr>
          <a:xfrm>
            <a:off x="711900" y="2103950"/>
            <a:ext cx="7980000" cy="7239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Sentiment indicators only give a quick overview of the general sentiment</a:t>
            </a:r>
            <a:endParaRPr sz="1400" b="0" i="0" u="none" strike="noStrike" cap="none">
              <a:solidFill>
                <a:srgbClr val="000000"/>
              </a:solidFill>
              <a:latin typeface="Montserrat"/>
              <a:ea typeface="Montserrat"/>
              <a:cs typeface="Montserrat"/>
              <a:sym typeface="Montserrat"/>
            </a:endParaRPr>
          </a:p>
          <a:p>
            <a:pPr marL="457200" marR="0" lvl="0" indent="-317500" algn="l" rtl="0">
              <a:lnSpc>
                <a:spcPct val="115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Need complex solutions such as NLP for more </a:t>
            </a:r>
            <a:r>
              <a:rPr lang="en" sz="1400" b="0" i="0" u="none" strike="noStrike" cap="none">
                <a:solidFill>
                  <a:schemeClr val="dk2"/>
                </a:solidFill>
                <a:latin typeface="Montserrat"/>
                <a:ea typeface="Montserrat"/>
                <a:cs typeface="Montserrat"/>
                <a:sym typeface="Montserrat"/>
              </a:rPr>
              <a:t>detailed </a:t>
            </a:r>
            <a:r>
              <a:rPr lang="en" sz="1400" b="0" i="0" u="none" strike="noStrike" cap="none">
                <a:solidFill>
                  <a:srgbClr val="000000"/>
                </a:solidFill>
                <a:latin typeface="Montserrat"/>
                <a:ea typeface="Montserrat"/>
                <a:cs typeface="Montserrat"/>
                <a:sym typeface="Montserrat"/>
              </a:rPr>
              <a:t>information</a:t>
            </a:r>
            <a:endParaRPr sz="1400" b="0" i="0" u="none" strike="noStrike" cap="none">
              <a:solidFill>
                <a:srgbClr val="000000"/>
              </a:solidFill>
              <a:latin typeface="Montserrat"/>
              <a:ea typeface="Montserrat"/>
              <a:cs typeface="Montserrat"/>
              <a:sym typeface="Montserrat"/>
            </a:endParaRPr>
          </a:p>
          <a:p>
            <a:pPr marL="457200" marR="0" lvl="0" indent="-317500" algn="l" rtl="0">
              <a:lnSpc>
                <a:spcPct val="115000"/>
              </a:lnSpc>
              <a:spcBef>
                <a:spcPts val="0"/>
              </a:spcBef>
              <a:spcAft>
                <a:spcPts val="0"/>
              </a:spcAft>
              <a:buClr>
                <a:schemeClr val="dk2"/>
              </a:buClr>
              <a:buSzPts val="1400"/>
              <a:buFont typeface="Montserrat"/>
              <a:buChar char="●"/>
            </a:pPr>
            <a:r>
              <a:rPr lang="en" sz="1400" b="0" i="0" u="none" strike="noStrike" cap="none">
                <a:solidFill>
                  <a:srgbClr val="000000"/>
                </a:solidFill>
                <a:latin typeface="Montserrat"/>
                <a:ea typeface="Montserrat"/>
                <a:cs typeface="Montserrat"/>
                <a:sym typeface="Montserrat"/>
              </a:rPr>
              <a:t>Includes news &amp; social media, though </a:t>
            </a:r>
            <a:r>
              <a:rPr lang="en" sz="1400" b="0" i="0" u="none" strike="noStrike" cap="none">
                <a:solidFill>
                  <a:schemeClr val="dk2"/>
                </a:solidFill>
                <a:latin typeface="Montserrat"/>
                <a:ea typeface="Montserrat"/>
                <a:cs typeface="Montserrat"/>
                <a:sym typeface="Montserrat"/>
              </a:rPr>
              <a:t>difficult to collect, clean and analyze</a:t>
            </a:r>
            <a:endParaRPr sz="1400" b="0" i="0" u="none" strike="noStrike" cap="none">
              <a:solidFill>
                <a:schemeClr val="dk2"/>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899"/>
        <p:cNvGrpSpPr/>
        <p:nvPr/>
      </p:nvGrpSpPr>
      <p:grpSpPr>
        <a:xfrm>
          <a:off x="0" y="0"/>
          <a:ext cx="0" cy="0"/>
          <a:chOff x="0" y="0"/>
          <a:chExt cx="0" cy="0"/>
        </a:xfrm>
      </p:grpSpPr>
      <p:sp>
        <p:nvSpPr>
          <p:cNvPr id="900" name="Google Shape;900;p109"/>
          <p:cNvSpPr txBox="1">
            <a:spLocks noGrp="1"/>
          </p:cNvSpPr>
          <p:nvPr>
            <p:ph type="title"/>
          </p:nvPr>
        </p:nvSpPr>
        <p:spPr>
          <a:xfrm>
            <a:off x="480675" y="1594950"/>
            <a:ext cx="4232100" cy="755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Volume</a:t>
            </a:r>
            <a:endParaRPr/>
          </a:p>
        </p:txBody>
      </p:sp>
      <p:sp>
        <p:nvSpPr>
          <p:cNvPr id="901" name="Google Shape;901;p109"/>
          <p:cNvSpPr txBox="1">
            <a:spLocks noGrp="1"/>
          </p:cNvSpPr>
          <p:nvPr>
            <p:ph type="body" idx="1"/>
          </p:nvPr>
        </p:nvSpPr>
        <p:spPr>
          <a:xfrm>
            <a:off x="480675" y="2350650"/>
            <a:ext cx="4232100" cy="201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a:p>
        </p:txBody>
      </p:sp>
      <p:pic>
        <p:nvPicPr>
          <p:cNvPr id="902" name="Google Shape;902;p109"/>
          <p:cNvPicPr preferRelativeResize="0"/>
          <p:nvPr/>
        </p:nvPicPr>
        <p:blipFill rotWithShape="1">
          <a:blip r:embed="rId3">
            <a:alphaModFix/>
          </a:blip>
          <a:srcRect/>
          <a:stretch/>
        </p:blipFill>
        <p:spPr>
          <a:xfrm>
            <a:off x="2028650" y="378849"/>
            <a:ext cx="7042548" cy="43857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906"/>
        <p:cNvGrpSpPr/>
        <p:nvPr/>
      </p:nvGrpSpPr>
      <p:grpSpPr>
        <a:xfrm>
          <a:off x="0" y="0"/>
          <a:ext cx="0" cy="0"/>
          <a:chOff x="0" y="0"/>
          <a:chExt cx="0" cy="0"/>
        </a:xfrm>
      </p:grpSpPr>
      <p:sp>
        <p:nvSpPr>
          <p:cNvPr id="907" name="Google Shape;907;p110"/>
          <p:cNvSpPr txBox="1">
            <a:spLocks noGrp="1"/>
          </p:cNvSpPr>
          <p:nvPr>
            <p:ph type="title"/>
          </p:nvPr>
        </p:nvSpPr>
        <p:spPr>
          <a:xfrm>
            <a:off x="717800" y="383175"/>
            <a:ext cx="7708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Challenges for company</a:t>
            </a:r>
            <a:endParaRPr/>
          </a:p>
        </p:txBody>
      </p:sp>
      <p:sp>
        <p:nvSpPr>
          <p:cNvPr id="908" name="Google Shape;908;p110"/>
          <p:cNvSpPr/>
          <p:nvPr/>
        </p:nvSpPr>
        <p:spPr>
          <a:xfrm>
            <a:off x="1316608" y="2451888"/>
            <a:ext cx="420796" cy="419677"/>
          </a:xfrm>
          <a:custGeom>
            <a:avLst/>
            <a:gdLst/>
            <a:ahLst/>
            <a:cxnLst/>
            <a:rect l="l" t="t" r="r" b="b"/>
            <a:pathLst>
              <a:path w="11658" h="11627" extrusionOk="0">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110"/>
          <p:cNvSpPr/>
          <p:nvPr/>
        </p:nvSpPr>
        <p:spPr>
          <a:xfrm>
            <a:off x="1314336" y="1687424"/>
            <a:ext cx="425343" cy="422781"/>
          </a:xfrm>
          <a:custGeom>
            <a:avLst/>
            <a:gdLst/>
            <a:ahLst/>
            <a:cxnLst/>
            <a:rect l="l" t="t" r="r" b="b"/>
            <a:pathLst>
              <a:path w="11784" h="11713" extrusionOk="0">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110"/>
          <p:cNvSpPr txBox="1">
            <a:spLocks noGrp="1"/>
          </p:cNvSpPr>
          <p:nvPr>
            <p:ph type="subTitle" idx="5"/>
          </p:nvPr>
        </p:nvSpPr>
        <p:spPr>
          <a:xfrm>
            <a:off x="3198300" y="1820850"/>
            <a:ext cx="2495100" cy="408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1600"/>
              </a:spcAft>
              <a:buSzPts val="1800"/>
              <a:buNone/>
            </a:pPr>
            <a:r>
              <a:rPr lang="en"/>
              <a:t>X-Factor</a:t>
            </a:r>
            <a:endParaRPr/>
          </a:p>
        </p:txBody>
      </p:sp>
      <p:sp>
        <p:nvSpPr>
          <p:cNvPr id="911" name="Google Shape;911;p110"/>
          <p:cNvSpPr txBox="1">
            <a:spLocks noGrp="1"/>
          </p:cNvSpPr>
          <p:nvPr>
            <p:ph type="subTitle" idx="6"/>
          </p:nvPr>
        </p:nvSpPr>
        <p:spPr>
          <a:xfrm>
            <a:off x="3081125" y="2196300"/>
            <a:ext cx="2495100" cy="2138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Essential as most companies are already doing technical analysis</a:t>
            </a:r>
            <a:endParaRPr/>
          </a:p>
          <a:p>
            <a:pPr marL="457200" lvl="0" indent="-342900" algn="l" rtl="0">
              <a:lnSpc>
                <a:spcPct val="115000"/>
              </a:lnSpc>
              <a:spcBef>
                <a:spcPts val="0"/>
              </a:spcBef>
              <a:spcAft>
                <a:spcPts val="0"/>
              </a:spcAft>
              <a:buSzPts val="1800"/>
              <a:buChar char="●"/>
            </a:pPr>
            <a:r>
              <a:rPr lang="en"/>
              <a:t>Hard to </a:t>
            </a:r>
            <a:r>
              <a:rPr lang="en">
                <a:solidFill>
                  <a:schemeClr val="dk2"/>
                </a:solidFill>
              </a:rPr>
              <a:t>differentiate </a:t>
            </a:r>
            <a:r>
              <a:rPr lang="en"/>
              <a:t>from competitors</a:t>
            </a:r>
            <a:endParaRPr/>
          </a:p>
        </p:txBody>
      </p:sp>
      <p:grpSp>
        <p:nvGrpSpPr>
          <p:cNvPr id="912" name="Google Shape;912;p110"/>
          <p:cNvGrpSpPr/>
          <p:nvPr/>
        </p:nvGrpSpPr>
        <p:grpSpPr>
          <a:xfrm>
            <a:off x="4129781" y="1397367"/>
            <a:ext cx="425343" cy="424188"/>
            <a:chOff x="-3854375" y="2405000"/>
            <a:chExt cx="294600" cy="293800"/>
          </a:xfrm>
        </p:grpSpPr>
        <p:sp>
          <p:nvSpPr>
            <p:cNvPr id="913" name="Google Shape;913;p110"/>
            <p:cNvSpPr/>
            <p:nvPr/>
          </p:nvSpPr>
          <p:spPr>
            <a:xfrm>
              <a:off x="-3854375" y="2405000"/>
              <a:ext cx="294600" cy="293800"/>
            </a:xfrm>
            <a:custGeom>
              <a:avLst/>
              <a:gdLst/>
              <a:ahLst/>
              <a:cxnLst/>
              <a:rect l="l" t="t" r="r" b="b"/>
              <a:pathLst>
                <a:path w="11784" h="11752" extrusionOk="0">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110"/>
            <p:cNvSpPr/>
            <p:nvPr/>
          </p:nvSpPr>
          <p:spPr>
            <a:xfrm>
              <a:off x="-3731500" y="2458550"/>
              <a:ext cx="84300" cy="84300"/>
            </a:xfrm>
            <a:custGeom>
              <a:avLst/>
              <a:gdLst/>
              <a:ahLst/>
              <a:cxnLst/>
              <a:rect l="l" t="t" r="r" b="b"/>
              <a:pathLst>
                <a:path w="3372" h="3372" extrusionOk="0">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918"/>
        <p:cNvGrpSpPr/>
        <p:nvPr/>
      </p:nvGrpSpPr>
      <p:grpSpPr>
        <a:xfrm>
          <a:off x="0" y="0"/>
          <a:ext cx="0" cy="0"/>
          <a:chOff x="0" y="0"/>
          <a:chExt cx="0" cy="0"/>
        </a:xfrm>
      </p:grpSpPr>
      <p:sp>
        <p:nvSpPr>
          <p:cNvPr id="919" name="Google Shape;919;p111"/>
          <p:cNvSpPr txBox="1">
            <a:spLocks noGrp="1"/>
          </p:cNvSpPr>
          <p:nvPr>
            <p:ph type="title"/>
          </p:nvPr>
        </p:nvSpPr>
        <p:spPr>
          <a:xfrm>
            <a:off x="717800" y="1373775"/>
            <a:ext cx="7708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Market Sentiment</a:t>
            </a:r>
            <a:endParaRPr/>
          </a:p>
        </p:txBody>
      </p:sp>
      <p:sp>
        <p:nvSpPr>
          <p:cNvPr id="920" name="Google Shape;920;p111"/>
          <p:cNvSpPr txBox="1">
            <a:spLocks noGrp="1"/>
          </p:cNvSpPr>
          <p:nvPr>
            <p:ph type="subTitle" idx="4"/>
          </p:nvPr>
        </p:nvSpPr>
        <p:spPr>
          <a:xfrm>
            <a:off x="717800" y="2102400"/>
            <a:ext cx="4144500" cy="1561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Investors’ opinions</a:t>
            </a:r>
            <a:endParaRPr/>
          </a:p>
          <a:p>
            <a:pPr marL="0" lvl="0" indent="0" algn="l" rtl="0">
              <a:lnSpc>
                <a:spcPct val="100000"/>
              </a:lnSpc>
              <a:spcBef>
                <a:spcPts val="1600"/>
              </a:spcBef>
              <a:spcAft>
                <a:spcPts val="0"/>
              </a:spcAft>
              <a:buClr>
                <a:schemeClr val="dk1"/>
              </a:buClr>
              <a:buSzPts val="1100"/>
              <a:buFont typeface="Arial"/>
              <a:buNone/>
            </a:pPr>
            <a:r>
              <a:rPr lang="en"/>
              <a:t>→ demand &amp; supply </a:t>
            </a:r>
            <a:endParaRPr/>
          </a:p>
          <a:p>
            <a:pPr marL="0" lvl="0" indent="0" algn="l" rtl="0">
              <a:lnSpc>
                <a:spcPct val="100000"/>
              </a:lnSpc>
              <a:spcBef>
                <a:spcPts val="1600"/>
              </a:spcBef>
              <a:spcAft>
                <a:spcPts val="0"/>
              </a:spcAft>
              <a:buClr>
                <a:schemeClr val="dk1"/>
              </a:buClr>
              <a:buSzPts val="1100"/>
              <a:buFont typeface="Arial"/>
              <a:buNone/>
            </a:pPr>
            <a:r>
              <a:rPr lang="en"/>
              <a:t>→ price movements</a:t>
            </a:r>
            <a:endParaRPr/>
          </a:p>
          <a:p>
            <a:pPr marL="0" lvl="0" indent="0" algn="l" rtl="0">
              <a:lnSpc>
                <a:spcPct val="100000"/>
              </a:lnSpc>
              <a:spcBef>
                <a:spcPts val="1600"/>
              </a:spcBef>
              <a:spcAft>
                <a:spcPts val="0"/>
              </a:spcAft>
              <a:buClr>
                <a:schemeClr val="dk1"/>
              </a:buClr>
              <a:buSzPts val="1100"/>
              <a:buFont typeface="Arial"/>
              <a:buNone/>
            </a:pPr>
            <a:endParaRPr/>
          </a:p>
          <a:p>
            <a:pPr marL="0" lvl="0" indent="0" algn="l" rtl="0">
              <a:lnSpc>
                <a:spcPct val="100000"/>
              </a:lnSpc>
              <a:spcBef>
                <a:spcPts val="1600"/>
              </a:spcBef>
              <a:spcAft>
                <a:spcPts val="1600"/>
              </a:spcAft>
              <a:buClr>
                <a:schemeClr val="dk1"/>
              </a:buClr>
              <a:buSzPts val="1100"/>
              <a:buFont typeface="Arial"/>
              <a:buNone/>
            </a:pPr>
            <a:endParaRPr/>
          </a:p>
        </p:txBody>
      </p:sp>
      <p:sp>
        <p:nvSpPr>
          <p:cNvPr id="921" name="Google Shape;921;p111"/>
          <p:cNvSpPr/>
          <p:nvPr/>
        </p:nvSpPr>
        <p:spPr>
          <a:xfrm rot="10800000" flipH="1">
            <a:off x="5416200" y="1010100"/>
            <a:ext cx="1216200" cy="1561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111"/>
          <p:cNvSpPr/>
          <p:nvPr/>
        </p:nvSpPr>
        <p:spPr>
          <a:xfrm rot="10800000" flipH="1">
            <a:off x="6632400" y="2571600"/>
            <a:ext cx="1216200" cy="2571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926"/>
        <p:cNvGrpSpPr/>
        <p:nvPr/>
      </p:nvGrpSpPr>
      <p:grpSpPr>
        <a:xfrm>
          <a:off x="0" y="0"/>
          <a:ext cx="0" cy="0"/>
          <a:chOff x="0" y="0"/>
          <a:chExt cx="0" cy="0"/>
        </a:xfrm>
      </p:grpSpPr>
      <p:sp>
        <p:nvSpPr>
          <p:cNvPr id="927" name="Google Shape;927;p112"/>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Data cleaning</a:t>
            </a:r>
            <a:endParaRPr/>
          </a:p>
        </p:txBody>
      </p:sp>
      <p:sp>
        <p:nvSpPr>
          <p:cNvPr id="928" name="Google Shape;928;p112"/>
          <p:cNvSpPr/>
          <p:nvPr/>
        </p:nvSpPr>
        <p:spPr>
          <a:xfrm>
            <a:off x="717800" y="1204175"/>
            <a:ext cx="1900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112"/>
          <p:cNvSpPr/>
          <p:nvPr/>
        </p:nvSpPr>
        <p:spPr>
          <a:xfrm>
            <a:off x="717800" y="2076427"/>
            <a:ext cx="1900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112"/>
          <p:cNvSpPr/>
          <p:nvPr/>
        </p:nvSpPr>
        <p:spPr>
          <a:xfrm>
            <a:off x="717800" y="2948679"/>
            <a:ext cx="1900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112"/>
          <p:cNvSpPr/>
          <p:nvPr/>
        </p:nvSpPr>
        <p:spPr>
          <a:xfrm>
            <a:off x="717800" y="3820928"/>
            <a:ext cx="1900200" cy="778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112"/>
          <p:cNvSpPr txBox="1">
            <a:spLocks noGrp="1"/>
          </p:cNvSpPr>
          <p:nvPr>
            <p:ph type="subTitle" idx="4294967295"/>
          </p:nvPr>
        </p:nvSpPr>
        <p:spPr>
          <a:xfrm>
            <a:off x="985250" y="1378775"/>
            <a:ext cx="1365300" cy="42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Selection</a:t>
            </a:r>
            <a:endParaRPr sz="1800" b="1" i="0" u="none" strike="noStrike" cap="none">
              <a:solidFill>
                <a:schemeClr val="lt1"/>
              </a:solidFill>
              <a:latin typeface="Montserrat"/>
              <a:ea typeface="Montserrat"/>
              <a:cs typeface="Montserrat"/>
              <a:sym typeface="Montserrat"/>
            </a:endParaRPr>
          </a:p>
        </p:txBody>
      </p:sp>
      <p:sp>
        <p:nvSpPr>
          <p:cNvPr id="933" name="Google Shape;933;p112"/>
          <p:cNvSpPr txBox="1">
            <a:spLocks noGrp="1"/>
          </p:cNvSpPr>
          <p:nvPr>
            <p:ph type="subTitle" idx="4294967295"/>
          </p:nvPr>
        </p:nvSpPr>
        <p:spPr>
          <a:xfrm>
            <a:off x="985250" y="2948675"/>
            <a:ext cx="1365300" cy="77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0"/>
              </a:spcBef>
              <a:spcAft>
                <a:spcPts val="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Filter: REGEX</a:t>
            </a:r>
            <a:endParaRPr sz="1800" b="1" i="0" u="none" strike="noStrike" cap="none">
              <a:solidFill>
                <a:schemeClr val="lt1"/>
              </a:solidFill>
              <a:latin typeface="Montserrat"/>
              <a:ea typeface="Montserrat"/>
              <a:cs typeface="Montserrat"/>
              <a:sym typeface="Montserrat"/>
            </a:endParaRPr>
          </a:p>
        </p:txBody>
      </p:sp>
      <p:sp>
        <p:nvSpPr>
          <p:cNvPr id="934" name="Google Shape;934;p112"/>
          <p:cNvSpPr txBox="1">
            <a:spLocks noGrp="1"/>
          </p:cNvSpPr>
          <p:nvPr>
            <p:ph type="subTitle" idx="4294967295"/>
          </p:nvPr>
        </p:nvSpPr>
        <p:spPr>
          <a:xfrm>
            <a:off x="985250" y="3962525"/>
            <a:ext cx="1365300" cy="549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160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Misc</a:t>
            </a:r>
            <a:endParaRPr sz="1800" b="1" i="0" u="none" strike="noStrike" cap="none">
              <a:solidFill>
                <a:schemeClr val="lt1"/>
              </a:solidFill>
              <a:latin typeface="Montserrat"/>
              <a:ea typeface="Montserrat"/>
              <a:cs typeface="Montserrat"/>
              <a:sym typeface="Montserrat"/>
            </a:endParaRPr>
          </a:p>
        </p:txBody>
      </p:sp>
      <p:sp>
        <p:nvSpPr>
          <p:cNvPr id="935" name="Google Shape;935;p112"/>
          <p:cNvSpPr/>
          <p:nvPr/>
        </p:nvSpPr>
        <p:spPr>
          <a:xfrm>
            <a:off x="2618000" y="1204175"/>
            <a:ext cx="5808000" cy="77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112"/>
          <p:cNvSpPr/>
          <p:nvPr/>
        </p:nvSpPr>
        <p:spPr>
          <a:xfrm>
            <a:off x="2618000" y="2076425"/>
            <a:ext cx="5808000" cy="77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112"/>
          <p:cNvSpPr/>
          <p:nvPr/>
        </p:nvSpPr>
        <p:spPr>
          <a:xfrm>
            <a:off x="2618000" y="2948675"/>
            <a:ext cx="5808000" cy="77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112"/>
          <p:cNvSpPr/>
          <p:nvPr/>
        </p:nvSpPr>
        <p:spPr>
          <a:xfrm>
            <a:off x="2618000" y="3820925"/>
            <a:ext cx="5808000" cy="778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112"/>
          <p:cNvSpPr txBox="1">
            <a:spLocks noGrp="1"/>
          </p:cNvSpPr>
          <p:nvPr>
            <p:ph type="subTitle" idx="4294967295"/>
          </p:nvPr>
        </p:nvSpPr>
        <p:spPr>
          <a:xfrm>
            <a:off x="2838350" y="1334975"/>
            <a:ext cx="14445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accent2"/>
                </a:solidFill>
                <a:latin typeface="Montserrat"/>
                <a:ea typeface="Montserrat"/>
                <a:cs typeface="Montserrat"/>
                <a:sym typeface="Montserrat"/>
              </a:rPr>
              <a:t>Keep needed </a:t>
            </a:r>
            <a:r>
              <a:rPr lang="en" sz="1400" b="0" i="0" u="none" strike="noStrike" cap="none">
                <a:solidFill>
                  <a:schemeClr val="dk2"/>
                </a:solidFill>
                <a:latin typeface="Montserrat"/>
                <a:ea typeface="Montserrat"/>
                <a:cs typeface="Montserrat"/>
                <a:sym typeface="Montserrat"/>
              </a:rPr>
              <a:t>columns </a:t>
            </a:r>
            <a:r>
              <a:rPr lang="en" sz="1400" b="0" i="0" u="none" strike="noStrike" cap="none">
                <a:solidFill>
                  <a:schemeClr val="accent2"/>
                </a:solidFill>
                <a:latin typeface="Montserrat"/>
                <a:ea typeface="Montserrat"/>
                <a:cs typeface="Montserrat"/>
                <a:sym typeface="Montserrat"/>
              </a:rPr>
              <a:t>only</a:t>
            </a:r>
            <a:endParaRPr sz="1400" b="0" i="0" u="none" strike="noStrike" cap="none">
              <a:solidFill>
                <a:schemeClr val="accent2"/>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1600"/>
              </a:spcAft>
              <a:buClr>
                <a:schemeClr val="dk1"/>
              </a:buClr>
              <a:buSzPts val="1100"/>
              <a:buFont typeface="Arial"/>
              <a:buNone/>
            </a:pPr>
            <a:endParaRPr sz="1400" b="0" i="0" u="none" strike="noStrike" cap="none">
              <a:solidFill>
                <a:schemeClr val="accent2"/>
              </a:solidFill>
              <a:latin typeface="Montserrat"/>
              <a:ea typeface="Montserrat"/>
              <a:cs typeface="Montserrat"/>
              <a:sym typeface="Montserrat"/>
            </a:endParaRPr>
          </a:p>
        </p:txBody>
      </p:sp>
      <p:sp>
        <p:nvSpPr>
          <p:cNvPr id="940" name="Google Shape;940;p112"/>
          <p:cNvSpPr txBox="1">
            <a:spLocks noGrp="1"/>
          </p:cNvSpPr>
          <p:nvPr>
            <p:ph type="subTitle" idx="4294967295"/>
          </p:nvPr>
        </p:nvSpPr>
        <p:spPr>
          <a:xfrm>
            <a:off x="4353650" y="1347100"/>
            <a:ext cx="22683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accent2"/>
                </a:solidFill>
                <a:latin typeface="Montserrat"/>
                <a:ea typeface="Montserrat"/>
                <a:cs typeface="Montserrat"/>
                <a:sym typeface="Montserrat"/>
              </a:rPr>
              <a:t>Drop rows with </a:t>
            </a:r>
            <a:r>
              <a:rPr lang="en" sz="1400" b="0" i="0" u="none" strike="noStrike" cap="none">
                <a:solidFill>
                  <a:schemeClr val="dk2"/>
                </a:solidFill>
                <a:latin typeface="Montserrat"/>
                <a:ea typeface="Montserrat"/>
                <a:cs typeface="Montserrat"/>
                <a:sym typeface="Montserrat"/>
              </a:rPr>
              <a:t>empty </a:t>
            </a:r>
            <a:r>
              <a:rPr lang="en" sz="1400" b="0" i="0" u="none" strike="noStrike" cap="none">
                <a:solidFill>
                  <a:schemeClr val="accent2"/>
                </a:solidFill>
                <a:latin typeface="Montserrat"/>
                <a:ea typeface="Montserrat"/>
                <a:cs typeface="Montserrat"/>
                <a:sym typeface="Montserrat"/>
              </a:rPr>
              <a:t>content/datetime</a:t>
            </a:r>
            <a:endParaRPr sz="1400" b="0" i="0" u="none" strike="noStrike" cap="none">
              <a:solidFill>
                <a:schemeClr val="accent2"/>
              </a:solidFill>
              <a:latin typeface="Montserrat"/>
              <a:ea typeface="Montserrat"/>
              <a:cs typeface="Montserrat"/>
              <a:sym typeface="Montserrat"/>
            </a:endParaRPr>
          </a:p>
        </p:txBody>
      </p:sp>
      <p:sp>
        <p:nvSpPr>
          <p:cNvPr id="941" name="Google Shape;941;p112"/>
          <p:cNvSpPr txBox="1">
            <a:spLocks noGrp="1"/>
          </p:cNvSpPr>
          <p:nvPr>
            <p:ph type="subTitle" idx="4294967295"/>
          </p:nvPr>
        </p:nvSpPr>
        <p:spPr>
          <a:xfrm>
            <a:off x="2804000" y="2234825"/>
            <a:ext cx="29763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dk2"/>
                </a:solidFill>
                <a:latin typeface="Montserrat"/>
                <a:ea typeface="Montserrat"/>
                <a:cs typeface="Montserrat"/>
                <a:sym typeface="Montserrat"/>
              </a:rPr>
              <a:t>Stop </a:t>
            </a:r>
            <a:r>
              <a:rPr lang="en" sz="1400" b="0" i="0" u="none" strike="noStrike" cap="none">
                <a:solidFill>
                  <a:schemeClr val="accent2"/>
                </a:solidFill>
                <a:latin typeface="Montserrat"/>
                <a:ea typeface="Montserrat"/>
                <a:cs typeface="Montserrat"/>
                <a:sym typeface="Montserrat"/>
              </a:rPr>
              <a:t>words e.g. vulgarities</a:t>
            </a:r>
            <a:endParaRPr sz="1400" b="0" i="0" u="none" strike="noStrike" cap="none">
              <a:solidFill>
                <a:schemeClr val="accent2"/>
              </a:solidFill>
              <a:latin typeface="Montserrat"/>
              <a:ea typeface="Montserrat"/>
              <a:cs typeface="Montserrat"/>
              <a:sym typeface="Montserrat"/>
            </a:endParaRPr>
          </a:p>
        </p:txBody>
      </p:sp>
      <p:sp>
        <p:nvSpPr>
          <p:cNvPr id="942" name="Google Shape;942;p112"/>
          <p:cNvSpPr txBox="1">
            <a:spLocks noGrp="1"/>
          </p:cNvSpPr>
          <p:nvPr>
            <p:ph type="subTitle" idx="4294967295"/>
          </p:nvPr>
        </p:nvSpPr>
        <p:spPr>
          <a:xfrm>
            <a:off x="2804000" y="3123275"/>
            <a:ext cx="7659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dk1"/>
                </a:solidFill>
                <a:latin typeface="Montserrat"/>
                <a:ea typeface="Montserrat"/>
                <a:cs typeface="Montserrat"/>
                <a:sym typeface="Montserrat"/>
              </a:rPr>
              <a:t>URLs</a:t>
            </a:r>
            <a:endParaRPr sz="1400" b="0" i="0" u="none" strike="noStrike" cap="none">
              <a:solidFill>
                <a:schemeClr val="dk1"/>
              </a:solidFill>
              <a:latin typeface="Montserrat"/>
              <a:ea typeface="Montserrat"/>
              <a:cs typeface="Montserrat"/>
              <a:sym typeface="Montserrat"/>
            </a:endParaRPr>
          </a:p>
        </p:txBody>
      </p:sp>
      <p:sp>
        <p:nvSpPr>
          <p:cNvPr id="943" name="Google Shape;943;p112"/>
          <p:cNvSpPr txBox="1">
            <a:spLocks noGrp="1"/>
          </p:cNvSpPr>
          <p:nvPr>
            <p:ph type="subTitle" idx="4294967295"/>
          </p:nvPr>
        </p:nvSpPr>
        <p:spPr>
          <a:xfrm>
            <a:off x="2838350" y="3935525"/>
            <a:ext cx="26202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accent2"/>
                </a:solidFill>
                <a:latin typeface="Montserrat"/>
                <a:ea typeface="Montserrat"/>
                <a:cs typeface="Montserrat"/>
                <a:sym typeface="Montserrat"/>
              </a:rPr>
              <a:t>Standardise </a:t>
            </a:r>
            <a:r>
              <a:rPr lang="en" sz="1400" b="0" i="0" u="none" strike="noStrike" cap="none">
                <a:solidFill>
                  <a:schemeClr val="dk2"/>
                </a:solidFill>
                <a:latin typeface="Montserrat"/>
                <a:ea typeface="Montserrat"/>
                <a:cs typeface="Montserrat"/>
                <a:sym typeface="Montserrat"/>
              </a:rPr>
              <a:t>format </a:t>
            </a:r>
            <a:r>
              <a:rPr lang="en" sz="1400" b="0" i="0" u="none" strike="noStrike" cap="none">
                <a:solidFill>
                  <a:schemeClr val="accent2"/>
                </a:solidFill>
                <a:latin typeface="Montserrat"/>
                <a:ea typeface="Montserrat"/>
                <a:cs typeface="Montserrat"/>
                <a:sym typeface="Montserrat"/>
              </a:rPr>
              <a:t>across all platforms e.g. datetime  </a:t>
            </a:r>
            <a:endParaRPr sz="1400" b="0" i="0" u="none" strike="noStrike" cap="none">
              <a:solidFill>
                <a:schemeClr val="accent2"/>
              </a:solidFill>
              <a:latin typeface="Montserrat"/>
              <a:ea typeface="Montserrat"/>
              <a:cs typeface="Montserrat"/>
              <a:sym typeface="Montserrat"/>
            </a:endParaRPr>
          </a:p>
        </p:txBody>
      </p:sp>
      <p:sp>
        <p:nvSpPr>
          <p:cNvPr id="944" name="Google Shape;944;p112"/>
          <p:cNvSpPr txBox="1">
            <a:spLocks noGrp="1"/>
          </p:cNvSpPr>
          <p:nvPr>
            <p:ph type="subTitle" idx="4294967295"/>
          </p:nvPr>
        </p:nvSpPr>
        <p:spPr>
          <a:xfrm>
            <a:off x="5526275" y="2234825"/>
            <a:ext cx="23862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dk2"/>
                </a:solidFill>
                <a:latin typeface="Montserrat"/>
                <a:ea typeface="Montserrat"/>
                <a:cs typeface="Montserrat"/>
                <a:sym typeface="Montserrat"/>
              </a:rPr>
              <a:t>Repetitive/useless </a:t>
            </a:r>
            <a:r>
              <a:rPr lang="en" sz="1400" b="0" i="0" u="none" strike="noStrike" cap="none">
                <a:solidFill>
                  <a:schemeClr val="accent2"/>
                </a:solidFill>
                <a:latin typeface="Montserrat"/>
                <a:ea typeface="Montserrat"/>
                <a:cs typeface="Montserrat"/>
                <a:sym typeface="Montserrat"/>
              </a:rPr>
              <a:t>words</a:t>
            </a:r>
            <a:endParaRPr sz="1400" b="0" i="0" u="none" strike="noStrike" cap="none">
              <a:solidFill>
                <a:schemeClr val="accent2"/>
              </a:solidFill>
              <a:latin typeface="Montserrat"/>
              <a:ea typeface="Montserrat"/>
              <a:cs typeface="Montserrat"/>
              <a:sym typeface="Montserrat"/>
            </a:endParaRPr>
          </a:p>
        </p:txBody>
      </p:sp>
      <p:sp>
        <p:nvSpPr>
          <p:cNvPr id="945" name="Google Shape;945;p112"/>
          <p:cNvSpPr txBox="1">
            <a:spLocks noGrp="1"/>
          </p:cNvSpPr>
          <p:nvPr>
            <p:ph type="subTitle" idx="4294967295"/>
          </p:nvPr>
        </p:nvSpPr>
        <p:spPr>
          <a:xfrm>
            <a:off x="3908300" y="3123275"/>
            <a:ext cx="13653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dk1"/>
                </a:solidFill>
                <a:latin typeface="Montserrat"/>
                <a:ea typeface="Montserrat"/>
                <a:cs typeface="Montserrat"/>
                <a:sym typeface="Montserrat"/>
              </a:rPr>
              <a:t>#Hashtags</a:t>
            </a:r>
            <a:endParaRPr sz="1400" b="0" i="0" u="none" strike="noStrike" cap="none">
              <a:solidFill>
                <a:schemeClr val="dk1"/>
              </a:solidFill>
              <a:latin typeface="Montserrat"/>
              <a:ea typeface="Montserrat"/>
              <a:cs typeface="Montserrat"/>
              <a:sym typeface="Montserrat"/>
            </a:endParaRPr>
          </a:p>
        </p:txBody>
      </p:sp>
      <p:sp>
        <p:nvSpPr>
          <p:cNvPr id="946" name="Google Shape;946;p112"/>
          <p:cNvSpPr txBox="1">
            <a:spLocks noGrp="1"/>
          </p:cNvSpPr>
          <p:nvPr>
            <p:ph type="subTitle" idx="4294967295"/>
          </p:nvPr>
        </p:nvSpPr>
        <p:spPr>
          <a:xfrm>
            <a:off x="5526275" y="3123275"/>
            <a:ext cx="12891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dk1"/>
                </a:solidFill>
                <a:latin typeface="Montserrat"/>
                <a:ea typeface="Montserrat"/>
                <a:cs typeface="Montserrat"/>
                <a:sym typeface="Montserrat"/>
              </a:rPr>
              <a:t>@Mentions</a:t>
            </a:r>
            <a:endParaRPr sz="1400" b="0" i="0" u="none" strike="noStrike" cap="none">
              <a:solidFill>
                <a:schemeClr val="dk1"/>
              </a:solidFill>
              <a:latin typeface="Montserrat"/>
              <a:ea typeface="Montserrat"/>
              <a:cs typeface="Montserrat"/>
              <a:sym typeface="Montserrat"/>
            </a:endParaRPr>
          </a:p>
        </p:txBody>
      </p:sp>
      <p:sp>
        <p:nvSpPr>
          <p:cNvPr id="947" name="Google Shape;947;p112"/>
          <p:cNvSpPr txBox="1">
            <a:spLocks noGrp="1"/>
          </p:cNvSpPr>
          <p:nvPr>
            <p:ph type="subTitle" idx="4294967295"/>
          </p:nvPr>
        </p:nvSpPr>
        <p:spPr>
          <a:xfrm>
            <a:off x="7210425" y="3123275"/>
            <a:ext cx="8610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accent2"/>
                </a:solidFill>
                <a:latin typeface="Montserrat"/>
                <a:ea typeface="Montserrat"/>
                <a:cs typeface="Montserrat"/>
                <a:sym typeface="Montserrat"/>
              </a:rPr>
              <a:t>Emojis</a:t>
            </a:r>
            <a:endParaRPr sz="1400" b="0" i="0" u="none" strike="noStrike" cap="none">
              <a:solidFill>
                <a:schemeClr val="accent2"/>
              </a:solidFill>
              <a:latin typeface="Montserrat"/>
              <a:ea typeface="Montserrat"/>
              <a:cs typeface="Montserrat"/>
              <a:sym typeface="Montserrat"/>
            </a:endParaRPr>
          </a:p>
        </p:txBody>
      </p:sp>
      <p:sp>
        <p:nvSpPr>
          <p:cNvPr id="948" name="Google Shape;948;p112"/>
          <p:cNvSpPr txBox="1">
            <a:spLocks noGrp="1"/>
          </p:cNvSpPr>
          <p:nvPr>
            <p:ph type="subTitle" idx="4294967295"/>
          </p:nvPr>
        </p:nvSpPr>
        <p:spPr>
          <a:xfrm>
            <a:off x="985250" y="2076425"/>
            <a:ext cx="1365300" cy="778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0"/>
              </a:spcBef>
              <a:spcAft>
                <a:spcPts val="0"/>
              </a:spcAft>
              <a:buClr>
                <a:schemeClr val="dk2"/>
              </a:buClr>
              <a:buSzPts val="1800"/>
              <a:buFont typeface="Montserrat"/>
              <a:buNone/>
            </a:pPr>
            <a:r>
              <a:rPr lang="en" sz="1800" b="1" i="0" u="none" strike="noStrike" cap="none">
                <a:solidFill>
                  <a:schemeClr val="lt1"/>
                </a:solidFill>
                <a:latin typeface="Montserrat"/>
                <a:ea typeface="Montserrat"/>
                <a:cs typeface="Montserrat"/>
                <a:sym typeface="Montserrat"/>
              </a:rPr>
              <a:t>Filter: NLP</a:t>
            </a:r>
            <a:endParaRPr sz="1800" b="1" i="0" u="none" strike="noStrike" cap="none">
              <a:solidFill>
                <a:schemeClr val="lt1"/>
              </a:solidFill>
              <a:latin typeface="Montserrat"/>
              <a:ea typeface="Montserrat"/>
              <a:cs typeface="Montserrat"/>
              <a:sym typeface="Montserrat"/>
            </a:endParaRPr>
          </a:p>
        </p:txBody>
      </p:sp>
      <p:sp>
        <p:nvSpPr>
          <p:cNvPr id="949" name="Google Shape;949;p112"/>
          <p:cNvSpPr txBox="1">
            <a:spLocks noGrp="1"/>
          </p:cNvSpPr>
          <p:nvPr>
            <p:ph type="subTitle" idx="4294967295"/>
          </p:nvPr>
        </p:nvSpPr>
        <p:spPr>
          <a:xfrm>
            <a:off x="6692750" y="1334975"/>
            <a:ext cx="17679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600"/>
              </a:spcAft>
              <a:buClr>
                <a:schemeClr val="dk1"/>
              </a:buClr>
              <a:buSzPts val="1100"/>
              <a:buFont typeface="Arial"/>
              <a:buNone/>
            </a:pPr>
            <a:r>
              <a:rPr lang="en" sz="1400" b="0" i="0" u="none" strike="noStrike" cap="none">
                <a:solidFill>
                  <a:schemeClr val="accent2"/>
                </a:solidFill>
                <a:latin typeface="Montserrat"/>
                <a:ea typeface="Montserrat"/>
                <a:cs typeface="Montserrat"/>
                <a:sym typeface="Montserrat"/>
              </a:rPr>
              <a:t>Drop comments with </a:t>
            </a:r>
            <a:r>
              <a:rPr lang="en" sz="1400" b="0" i="0" u="none" strike="noStrike" cap="none">
                <a:solidFill>
                  <a:schemeClr val="dk2"/>
                </a:solidFill>
                <a:latin typeface="Montserrat"/>
                <a:ea typeface="Montserrat"/>
                <a:cs typeface="Montserrat"/>
                <a:sym typeface="Montserrat"/>
              </a:rPr>
              <a:t>&lt;5 words</a:t>
            </a:r>
            <a:endParaRPr sz="1400" b="0" i="0" u="none" strike="noStrike" cap="none">
              <a:solidFill>
                <a:schemeClr val="dk2"/>
              </a:solidFill>
              <a:latin typeface="Montserrat"/>
              <a:ea typeface="Montserrat"/>
              <a:cs typeface="Montserrat"/>
              <a:sym typeface="Montserrat"/>
            </a:endParaRPr>
          </a:p>
        </p:txBody>
      </p:sp>
      <p:sp>
        <p:nvSpPr>
          <p:cNvPr id="950" name="Google Shape;950;p112"/>
          <p:cNvSpPr txBox="1">
            <a:spLocks noGrp="1"/>
          </p:cNvSpPr>
          <p:nvPr>
            <p:ph type="subTitle" idx="4294967295"/>
          </p:nvPr>
        </p:nvSpPr>
        <p:spPr>
          <a:xfrm>
            <a:off x="5450075" y="3935525"/>
            <a:ext cx="15516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dk2"/>
                </a:solidFill>
                <a:latin typeface="Montserrat"/>
                <a:ea typeface="Montserrat"/>
                <a:cs typeface="Montserrat"/>
                <a:sym typeface="Montserrat"/>
              </a:rPr>
              <a:t>Group </a:t>
            </a:r>
            <a:r>
              <a:rPr lang="en" sz="1400" b="0" i="0" u="none" strike="noStrike" cap="none">
                <a:solidFill>
                  <a:schemeClr val="accent2"/>
                </a:solidFill>
                <a:latin typeface="Montserrat"/>
                <a:ea typeface="Montserrat"/>
                <a:cs typeface="Montserrat"/>
                <a:sym typeface="Montserrat"/>
              </a:rPr>
              <a:t>by date, then get stats</a:t>
            </a:r>
            <a:endParaRPr sz="1400" b="0" i="0" u="none" strike="noStrike" cap="none">
              <a:solidFill>
                <a:schemeClr val="accent2"/>
              </a:solidFill>
              <a:latin typeface="Montserrat"/>
              <a:ea typeface="Montserrat"/>
              <a:cs typeface="Montserrat"/>
              <a:sym typeface="Montserrat"/>
            </a:endParaRPr>
          </a:p>
        </p:txBody>
      </p:sp>
      <p:sp>
        <p:nvSpPr>
          <p:cNvPr id="951" name="Google Shape;951;p112"/>
          <p:cNvSpPr txBox="1">
            <a:spLocks noGrp="1"/>
          </p:cNvSpPr>
          <p:nvPr>
            <p:ph type="subTitle" idx="4294967295"/>
          </p:nvPr>
        </p:nvSpPr>
        <p:spPr>
          <a:xfrm>
            <a:off x="7077875" y="3935525"/>
            <a:ext cx="1365300" cy="54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0" i="0" u="none" strike="noStrike" cap="none">
                <a:solidFill>
                  <a:schemeClr val="dk2"/>
                </a:solidFill>
                <a:latin typeface="Montserrat"/>
                <a:ea typeface="Montserrat"/>
                <a:cs typeface="Montserrat"/>
                <a:sym typeface="Montserrat"/>
              </a:rPr>
              <a:t>Weighting </a:t>
            </a:r>
            <a:r>
              <a:rPr lang="en" sz="1400" b="0" i="0" u="none" strike="noStrike" cap="none">
                <a:solidFill>
                  <a:schemeClr val="accent2"/>
                </a:solidFill>
                <a:latin typeface="Montserrat"/>
                <a:ea typeface="Montserrat"/>
                <a:cs typeface="Montserrat"/>
                <a:sym typeface="Montserrat"/>
              </a:rPr>
              <a:t>some words</a:t>
            </a:r>
            <a:endParaRPr sz="1400" b="0" i="0" u="none" strike="noStrike" cap="none">
              <a:solidFill>
                <a:schemeClr val="accent2"/>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955"/>
        <p:cNvGrpSpPr/>
        <p:nvPr/>
      </p:nvGrpSpPr>
      <p:grpSpPr>
        <a:xfrm>
          <a:off x="0" y="0"/>
          <a:ext cx="0" cy="0"/>
          <a:chOff x="0" y="0"/>
          <a:chExt cx="0" cy="0"/>
        </a:xfrm>
      </p:grpSpPr>
      <p:sp>
        <p:nvSpPr>
          <p:cNvPr id="956" name="Google Shape;956;p113"/>
          <p:cNvSpPr/>
          <p:nvPr/>
        </p:nvSpPr>
        <p:spPr>
          <a:xfrm>
            <a:off x="1080113" y="2452375"/>
            <a:ext cx="1614000" cy="3450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Stocktwits</a:t>
            </a:r>
            <a:endParaRPr sz="1400" b="1" i="0" u="none" strike="noStrike" cap="none">
              <a:solidFill>
                <a:srgbClr val="000000"/>
              </a:solidFill>
              <a:latin typeface="Montserrat"/>
              <a:ea typeface="Montserrat"/>
              <a:cs typeface="Montserrat"/>
              <a:sym typeface="Montserrat"/>
            </a:endParaRPr>
          </a:p>
        </p:txBody>
      </p:sp>
      <p:sp>
        <p:nvSpPr>
          <p:cNvPr id="957" name="Google Shape;957;p113"/>
          <p:cNvSpPr txBox="1">
            <a:spLocks noGrp="1"/>
          </p:cNvSpPr>
          <p:nvPr>
            <p:ph type="title"/>
          </p:nvPr>
        </p:nvSpPr>
        <p:spPr>
          <a:xfrm>
            <a:off x="311700" y="254450"/>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sz="2800" b="1">
                <a:solidFill>
                  <a:srgbClr val="003BA3"/>
                </a:solidFill>
                <a:latin typeface="Montserrat"/>
                <a:ea typeface="Montserrat"/>
                <a:cs typeface="Montserrat"/>
                <a:sym typeface="Montserrat"/>
              </a:rPr>
              <a:t>Platforms used</a:t>
            </a:r>
            <a:endParaRPr sz="2800" b="1">
              <a:solidFill>
                <a:srgbClr val="003BA3"/>
              </a:solidFill>
              <a:latin typeface="Montserrat"/>
              <a:ea typeface="Montserrat"/>
              <a:cs typeface="Montserrat"/>
              <a:sym typeface="Montserrat"/>
            </a:endParaRPr>
          </a:p>
        </p:txBody>
      </p:sp>
      <p:pic>
        <p:nvPicPr>
          <p:cNvPr id="958" name="Google Shape;958;p113"/>
          <p:cNvPicPr preferRelativeResize="0"/>
          <p:nvPr/>
        </p:nvPicPr>
        <p:blipFill rotWithShape="1">
          <a:blip r:embed="rId3">
            <a:alphaModFix/>
          </a:blip>
          <a:srcRect/>
          <a:stretch/>
        </p:blipFill>
        <p:spPr>
          <a:xfrm>
            <a:off x="6882375" y="1426087"/>
            <a:ext cx="914400" cy="914400"/>
          </a:xfrm>
          <a:prstGeom prst="rect">
            <a:avLst/>
          </a:prstGeom>
          <a:noFill/>
          <a:ln>
            <a:noFill/>
          </a:ln>
        </p:spPr>
      </p:pic>
      <p:pic>
        <p:nvPicPr>
          <p:cNvPr id="959" name="Google Shape;959;p113"/>
          <p:cNvPicPr preferRelativeResize="0"/>
          <p:nvPr/>
        </p:nvPicPr>
        <p:blipFill rotWithShape="1">
          <a:blip r:embed="rId4">
            <a:alphaModFix/>
          </a:blip>
          <a:srcRect/>
          <a:stretch/>
        </p:blipFill>
        <p:spPr>
          <a:xfrm>
            <a:off x="5059400" y="1426075"/>
            <a:ext cx="914400" cy="914400"/>
          </a:xfrm>
          <a:prstGeom prst="rect">
            <a:avLst/>
          </a:prstGeom>
          <a:noFill/>
          <a:ln>
            <a:noFill/>
          </a:ln>
        </p:spPr>
      </p:pic>
      <p:sp>
        <p:nvSpPr>
          <p:cNvPr id="960" name="Google Shape;960;p113"/>
          <p:cNvSpPr txBox="1">
            <a:spLocks noGrp="1"/>
          </p:cNvSpPr>
          <p:nvPr>
            <p:ph type="subTitle" idx="4294967295"/>
          </p:nvPr>
        </p:nvSpPr>
        <p:spPr>
          <a:xfrm>
            <a:off x="1088375" y="3385975"/>
            <a:ext cx="1713000" cy="1116600"/>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 2,000,000 monthly active users</a:t>
            </a:r>
            <a:endParaRPr sz="1100" b="1" i="0" u="none" strike="noStrike" cap="none">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2"/>
              </a:buClr>
              <a:buSzPts val="1800"/>
              <a:buFont typeface="Poppins"/>
              <a:buNone/>
            </a:pPr>
            <a:endParaRPr sz="1100" b="1"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0" i="0" u="none" strike="noStrike" cap="none">
                <a:solidFill>
                  <a:schemeClr val="dk2"/>
                </a:solidFill>
                <a:latin typeface="Montserrat"/>
                <a:ea typeface="Montserrat"/>
                <a:cs typeface="Montserrat"/>
                <a:sym typeface="Montserrat"/>
              </a:rPr>
              <a:t>Largest stock discussion in the world </a:t>
            </a: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endParaRPr sz="1100" b="0" i="0" u="none" strike="noStrike" cap="none">
              <a:solidFill>
                <a:schemeClr val="dk2"/>
              </a:solidFill>
              <a:latin typeface="Montserrat"/>
              <a:ea typeface="Montserrat"/>
              <a:cs typeface="Montserrat"/>
              <a:sym typeface="Montserrat"/>
            </a:endParaRPr>
          </a:p>
        </p:txBody>
      </p:sp>
      <p:sp>
        <p:nvSpPr>
          <p:cNvPr id="961" name="Google Shape;961;p113"/>
          <p:cNvSpPr txBox="1">
            <a:spLocks noGrp="1"/>
          </p:cNvSpPr>
          <p:nvPr>
            <p:ph type="subTitle" idx="4294967295"/>
          </p:nvPr>
        </p:nvSpPr>
        <p:spPr>
          <a:xfrm>
            <a:off x="2814400" y="3385975"/>
            <a:ext cx="1789200" cy="1116600"/>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~2,069,000</a:t>
            </a:r>
            <a:endParaRPr sz="1100" b="1"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users</a:t>
            </a:r>
            <a:r>
              <a:rPr lang="en" sz="1100" b="0" i="0" u="none" strike="noStrike" cap="none">
                <a:solidFill>
                  <a:schemeClr val="dk2"/>
                </a:solidFill>
                <a:latin typeface="Montserrat"/>
                <a:ea typeface="Montserrat"/>
                <a:cs typeface="Montserrat"/>
                <a:sym typeface="Montserrat"/>
              </a:rPr>
              <a:t> </a:t>
            </a:r>
            <a:br>
              <a:rPr lang="en" sz="1100" b="0" i="0" u="none" strike="noStrike" cap="none">
                <a:solidFill>
                  <a:schemeClr val="dk2"/>
                </a:solidFill>
                <a:latin typeface="Montserrat"/>
                <a:ea typeface="Montserrat"/>
                <a:cs typeface="Montserrat"/>
                <a:sym typeface="Montserrat"/>
              </a:rPr>
            </a:b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0" i="0" u="none" strike="noStrike" cap="none">
                <a:solidFill>
                  <a:schemeClr val="dk2"/>
                </a:solidFill>
                <a:latin typeface="Montserrat"/>
                <a:ea typeface="Montserrat"/>
                <a:cs typeface="Montserrat"/>
                <a:sym typeface="Montserrat"/>
              </a:rPr>
              <a:t>Capturing moments</a:t>
            </a:r>
            <a:endParaRPr sz="1100" b="0" i="0" u="none" strike="noStrike" cap="none">
              <a:solidFill>
                <a:schemeClr val="dk2"/>
              </a:solidFill>
              <a:latin typeface="Montserrat"/>
              <a:ea typeface="Montserrat"/>
              <a:cs typeface="Montserrat"/>
              <a:sym typeface="Montserrat"/>
            </a:endParaRPr>
          </a:p>
        </p:txBody>
      </p:sp>
      <p:sp>
        <p:nvSpPr>
          <p:cNvPr id="962" name="Google Shape;962;p113"/>
          <p:cNvSpPr txBox="1">
            <a:spLocks noGrp="1"/>
          </p:cNvSpPr>
          <p:nvPr>
            <p:ph type="subTitle" idx="4294967295"/>
          </p:nvPr>
        </p:nvSpPr>
        <p:spPr>
          <a:xfrm>
            <a:off x="4692975" y="3385975"/>
            <a:ext cx="1789200" cy="1116600"/>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~1,114,520</a:t>
            </a:r>
            <a:endParaRPr sz="1100" b="1"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users</a:t>
            </a:r>
            <a:r>
              <a:rPr lang="en" sz="1100" b="0" i="0" u="none" strike="noStrike" cap="none">
                <a:solidFill>
                  <a:schemeClr val="dk2"/>
                </a:solidFill>
                <a:latin typeface="Montserrat"/>
                <a:ea typeface="Montserrat"/>
                <a:cs typeface="Montserrat"/>
                <a:sym typeface="Montserrat"/>
              </a:rPr>
              <a:t> </a:t>
            </a:r>
            <a:br>
              <a:rPr lang="en" sz="1100" b="0" i="0" u="none" strike="noStrike" cap="none">
                <a:solidFill>
                  <a:schemeClr val="dk2"/>
                </a:solidFill>
                <a:latin typeface="Montserrat"/>
                <a:ea typeface="Montserrat"/>
                <a:cs typeface="Montserrat"/>
                <a:sym typeface="Montserrat"/>
              </a:rPr>
            </a:b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0" i="0" u="none" strike="noStrike" cap="none">
                <a:solidFill>
                  <a:schemeClr val="dk2"/>
                </a:solidFill>
                <a:latin typeface="Montserrat"/>
                <a:ea typeface="Montserrat"/>
                <a:cs typeface="Montserrat"/>
                <a:sym typeface="Montserrat"/>
              </a:rPr>
              <a:t>Embrace discussion &amp; focus on community engagement</a:t>
            </a: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endParaRPr sz="1100" b="0" i="0" u="none" strike="noStrike" cap="none">
              <a:solidFill>
                <a:schemeClr val="dk2"/>
              </a:solidFill>
              <a:latin typeface="Montserrat"/>
              <a:ea typeface="Montserrat"/>
              <a:cs typeface="Montserrat"/>
              <a:sym typeface="Montserrat"/>
            </a:endParaRPr>
          </a:p>
        </p:txBody>
      </p:sp>
      <p:sp>
        <p:nvSpPr>
          <p:cNvPr id="963" name="Google Shape;963;p113"/>
          <p:cNvSpPr txBox="1">
            <a:spLocks noGrp="1"/>
          </p:cNvSpPr>
          <p:nvPr>
            <p:ph type="subTitle" idx="4294967295"/>
          </p:nvPr>
        </p:nvSpPr>
        <p:spPr>
          <a:xfrm>
            <a:off x="6444975" y="3385975"/>
            <a:ext cx="1789200" cy="1116600"/>
          </a:xfrm>
          <a:prstGeom prst="rect">
            <a:avLst/>
          </a:prstGeom>
          <a:noFill/>
          <a:ln>
            <a:noFill/>
          </a:ln>
        </p:spPr>
        <p:txBody>
          <a:bodyPr spcFirstLastPara="1" wrap="square" lIns="45700" tIns="45700" rIns="45700" bIns="45700" anchor="t" anchorCtr="0">
            <a:noAutofit/>
          </a:bodyPr>
          <a:lstStyle/>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~1,300,000</a:t>
            </a:r>
            <a:endParaRPr sz="1100" b="1"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1" i="0" u="none" strike="noStrike" cap="none">
                <a:solidFill>
                  <a:schemeClr val="dk2"/>
                </a:solidFill>
                <a:latin typeface="Montserrat"/>
                <a:ea typeface="Montserrat"/>
                <a:cs typeface="Montserrat"/>
                <a:sym typeface="Montserrat"/>
              </a:rPr>
              <a:t>users</a:t>
            </a:r>
            <a:br>
              <a:rPr lang="en" sz="1100" b="1" i="0" u="none" strike="noStrike" cap="none">
                <a:solidFill>
                  <a:schemeClr val="dk2"/>
                </a:solidFill>
                <a:latin typeface="Montserrat"/>
                <a:ea typeface="Montserrat"/>
                <a:cs typeface="Montserrat"/>
                <a:sym typeface="Montserrat"/>
              </a:rPr>
            </a:br>
            <a:endParaRPr sz="1100" b="0" i="0" u="none" strike="noStrike" cap="none">
              <a:solidFill>
                <a:schemeClr val="dk2"/>
              </a:solidFill>
              <a:latin typeface="Montserrat"/>
              <a:ea typeface="Montserrat"/>
              <a:cs typeface="Montserrat"/>
              <a:sym typeface="Montserrat"/>
            </a:endParaRPr>
          </a:p>
          <a:p>
            <a:pPr marL="0" marR="0" lvl="0" indent="0" algn="ctr" rtl="0">
              <a:lnSpc>
                <a:spcPct val="100000"/>
              </a:lnSpc>
              <a:spcBef>
                <a:spcPts val="0"/>
              </a:spcBef>
              <a:spcAft>
                <a:spcPts val="0"/>
              </a:spcAft>
              <a:buClr>
                <a:schemeClr val="dk2"/>
              </a:buClr>
              <a:buSzPts val="1800"/>
              <a:buFont typeface="Poppins"/>
              <a:buNone/>
            </a:pPr>
            <a:r>
              <a:rPr lang="en" sz="1100" b="0" i="0" u="none" strike="noStrike" cap="none">
                <a:solidFill>
                  <a:schemeClr val="dk2"/>
                </a:solidFill>
                <a:latin typeface="Montserrat"/>
                <a:ea typeface="Montserrat"/>
                <a:cs typeface="Montserrat"/>
                <a:sym typeface="Montserrat"/>
              </a:rPr>
              <a:t>Micro-blog </a:t>
            </a:r>
            <a:endParaRPr sz="1100" b="0" i="0" u="none" strike="noStrike" cap="none">
              <a:solidFill>
                <a:schemeClr val="dk2"/>
              </a:solidFill>
              <a:latin typeface="Montserrat"/>
              <a:ea typeface="Montserrat"/>
              <a:cs typeface="Montserrat"/>
              <a:sym typeface="Montserrat"/>
            </a:endParaRPr>
          </a:p>
        </p:txBody>
      </p:sp>
      <p:sp>
        <p:nvSpPr>
          <p:cNvPr id="964" name="Google Shape;964;p113"/>
          <p:cNvSpPr/>
          <p:nvPr/>
        </p:nvSpPr>
        <p:spPr>
          <a:xfrm>
            <a:off x="2886625" y="2452375"/>
            <a:ext cx="1614000" cy="3450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Google News</a:t>
            </a:r>
            <a:endParaRPr sz="1400" b="1" i="0" u="none" strike="noStrike" cap="none">
              <a:solidFill>
                <a:srgbClr val="000000"/>
              </a:solidFill>
              <a:latin typeface="Montserrat"/>
              <a:ea typeface="Montserrat"/>
              <a:cs typeface="Montserrat"/>
              <a:sym typeface="Montserrat"/>
            </a:endParaRPr>
          </a:p>
        </p:txBody>
      </p:sp>
      <p:sp>
        <p:nvSpPr>
          <p:cNvPr id="965" name="Google Shape;965;p113"/>
          <p:cNvSpPr/>
          <p:nvPr/>
        </p:nvSpPr>
        <p:spPr>
          <a:xfrm>
            <a:off x="4709588" y="2452375"/>
            <a:ext cx="1614000" cy="3450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Reddit</a:t>
            </a:r>
            <a:endParaRPr sz="1400" b="1" i="0" u="none" strike="noStrike" cap="none">
              <a:solidFill>
                <a:srgbClr val="000000"/>
              </a:solidFill>
              <a:latin typeface="Montserrat"/>
              <a:ea typeface="Montserrat"/>
              <a:cs typeface="Montserrat"/>
              <a:sym typeface="Montserrat"/>
            </a:endParaRPr>
          </a:p>
        </p:txBody>
      </p:sp>
      <p:sp>
        <p:nvSpPr>
          <p:cNvPr id="966" name="Google Shape;966;p113"/>
          <p:cNvSpPr/>
          <p:nvPr/>
        </p:nvSpPr>
        <p:spPr>
          <a:xfrm>
            <a:off x="6532563" y="2452375"/>
            <a:ext cx="1614000" cy="3450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Montserrat"/>
                <a:ea typeface="Montserrat"/>
                <a:cs typeface="Montserrat"/>
                <a:sym typeface="Montserrat"/>
              </a:rPr>
              <a:t>Twitter</a:t>
            </a:r>
            <a:endParaRPr sz="1400" b="1" i="0" u="none" strike="noStrike" cap="none">
              <a:solidFill>
                <a:srgbClr val="000000"/>
              </a:solidFill>
              <a:latin typeface="Montserrat"/>
              <a:ea typeface="Montserrat"/>
              <a:cs typeface="Montserrat"/>
              <a:sym typeface="Montserrat"/>
            </a:endParaRPr>
          </a:p>
        </p:txBody>
      </p:sp>
      <p:sp>
        <p:nvSpPr>
          <p:cNvPr id="967" name="Google Shape;967;p113"/>
          <p:cNvSpPr/>
          <p:nvPr/>
        </p:nvSpPr>
        <p:spPr>
          <a:xfrm>
            <a:off x="1080123" y="2919175"/>
            <a:ext cx="7066500" cy="345000"/>
          </a:xfrm>
          <a:prstGeom prst="roundRect">
            <a:avLst>
              <a:gd name="adj" fmla="val 16667"/>
            </a:avLst>
          </a:prstGeom>
          <a:solidFill>
            <a:srgbClr val="9DCDF9">
              <a:alpha val="41176"/>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Montserrat"/>
                <a:ea typeface="Montserrat"/>
                <a:cs typeface="Montserrat"/>
                <a:sym typeface="Montserrat"/>
              </a:rPr>
              <a:t>Generally scaled towards </a:t>
            </a:r>
            <a:r>
              <a:rPr lang="en" sz="1100" b="1" i="0" u="none" strike="noStrike" cap="none">
                <a:solidFill>
                  <a:srgbClr val="000000"/>
                </a:solidFill>
                <a:latin typeface="Montserrat"/>
                <a:ea typeface="Montserrat"/>
                <a:cs typeface="Montserrat"/>
                <a:sym typeface="Montserrat"/>
              </a:rPr>
              <a:t>younger </a:t>
            </a:r>
            <a:r>
              <a:rPr lang="en" sz="1100" b="0" i="0" u="none" strike="noStrike" cap="none">
                <a:solidFill>
                  <a:srgbClr val="000000"/>
                </a:solidFill>
                <a:latin typeface="Montserrat"/>
                <a:ea typeface="Montserrat"/>
                <a:cs typeface="Montserrat"/>
                <a:sym typeface="Montserrat"/>
              </a:rPr>
              <a:t>generations </a:t>
            </a:r>
            <a:endParaRPr sz="1100" b="0" i="0" u="none" strike="noStrike" cap="none">
              <a:solidFill>
                <a:srgbClr val="000000"/>
              </a:solidFill>
              <a:latin typeface="Montserrat"/>
              <a:ea typeface="Montserrat"/>
              <a:cs typeface="Montserrat"/>
              <a:sym typeface="Montserrat"/>
            </a:endParaRPr>
          </a:p>
        </p:txBody>
      </p:sp>
      <p:pic>
        <p:nvPicPr>
          <p:cNvPr id="968" name="Google Shape;968;p113"/>
          <p:cNvPicPr preferRelativeResize="0"/>
          <p:nvPr/>
        </p:nvPicPr>
        <p:blipFill rotWithShape="1">
          <a:blip r:embed="rId5">
            <a:alphaModFix/>
          </a:blip>
          <a:srcRect/>
          <a:stretch/>
        </p:blipFill>
        <p:spPr>
          <a:xfrm>
            <a:off x="1429925" y="1415965"/>
            <a:ext cx="914400" cy="914400"/>
          </a:xfrm>
          <a:prstGeom prst="rect">
            <a:avLst/>
          </a:prstGeom>
          <a:noFill/>
          <a:ln>
            <a:noFill/>
          </a:ln>
        </p:spPr>
      </p:pic>
      <p:pic>
        <p:nvPicPr>
          <p:cNvPr id="969" name="Google Shape;969;p113"/>
          <p:cNvPicPr preferRelativeResize="0"/>
          <p:nvPr/>
        </p:nvPicPr>
        <p:blipFill rotWithShape="1">
          <a:blip r:embed="rId6">
            <a:alphaModFix/>
          </a:blip>
          <a:srcRect/>
          <a:stretch/>
        </p:blipFill>
        <p:spPr>
          <a:xfrm>
            <a:off x="3229560" y="1460500"/>
            <a:ext cx="1008502" cy="82532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973"/>
        <p:cNvGrpSpPr/>
        <p:nvPr/>
      </p:nvGrpSpPr>
      <p:grpSpPr>
        <a:xfrm>
          <a:off x="0" y="0"/>
          <a:ext cx="0" cy="0"/>
          <a:chOff x="0" y="0"/>
          <a:chExt cx="0" cy="0"/>
        </a:xfrm>
      </p:grpSpPr>
      <p:sp>
        <p:nvSpPr>
          <p:cNvPr id="974" name="Google Shape;974;p114"/>
          <p:cNvSpPr txBox="1">
            <a:spLocks noGrp="1"/>
          </p:cNvSpPr>
          <p:nvPr>
            <p:ph type="title" idx="4294967295"/>
          </p:nvPr>
        </p:nvSpPr>
        <p:spPr>
          <a:xfrm>
            <a:off x="311700" y="437225"/>
            <a:ext cx="8520600" cy="704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SzPts val="2800"/>
              <a:buNone/>
            </a:pPr>
            <a:r>
              <a:rPr lang="en" b="1">
                <a:solidFill>
                  <a:srgbClr val="003BA3"/>
                </a:solidFill>
                <a:latin typeface="Montserrat"/>
                <a:ea typeface="Montserrat"/>
                <a:cs typeface="Montserrat"/>
                <a:sym typeface="Montserrat"/>
              </a:rPr>
              <a:t>Example of cleaned comments</a:t>
            </a:r>
            <a:endParaRPr b="1">
              <a:solidFill>
                <a:srgbClr val="003BA3"/>
              </a:solidFill>
              <a:latin typeface="Montserrat"/>
              <a:ea typeface="Montserrat"/>
              <a:cs typeface="Montserrat"/>
              <a:sym typeface="Montserrat"/>
            </a:endParaRPr>
          </a:p>
        </p:txBody>
      </p:sp>
      <p:sp>
        <p:nvSpPr>
          <p:cNvPr id="975" name="Google Shape;975;p114"/>
          <p:cNvSpPr/>
          <p:nvPr/>
        </p:nvSpPr>
        <p:spPr>
          <a:xfrm>
            <a:off x="1050900" y="1145000"/>
            <a:ext cx="6099000" cy="2425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800"/>
              </a:spcAft>
              <a:buClr>
                <a:schemeClr val="dk1"/>
              </a:buClr>
              <a:buSzPts val="1100"/>
              <a:buFont typeface="Arial"/>
              <a:buNone/>
            </a:pPr>
            <a:r>
              <a:rPr lang="en" sz="1300" b="0" i="1" u="none" strike="noStrike" cap="none">
                <a:solidFill>
                  <a:schemeClr val="dk1"/>
                </a:solidFill>
                <a:latin typeface="Montserrat"/>
                <a:ea typeface="Montserrat"/>
                <a:cs typeface="Montserrat"/>
                <a:sym typeface="Montserrat"/>
              </a:rPr>
              <a:t>$AAPL if short interest went down 7 percent in 2 days, that means we are at the beginning of a long squeeze, if we hodl, the squeeze will continue, SI is still 52%, that means we could see 20-30% gains per day(compounded) ....... for 2 weeks! I'm rich!!!!!!!!🚀🚀🚀🚀🚀🚀🚀🚀🚀🚀🚀🚀🚀🚀🤟🤟🤟🤟🤟🤟🤟💪💪💪💪💪💪💪💪💪😎😎😎😎😎😎😎😏😏😎🦍🦍🦍🦍🦍🦍🦍🦍💎💎💎💎💎💎💎🚀🚀🚀🚀🚀🚀🚀🚀🚀🚀🤑🤑🤑🤑🤑🤑🤑🤑🚀🚀🚨🚨🚨🚨🚨🚨🚨🚨🚨🚨🚨🚨💯💯💯💯💯💯💯💯💯💯📈📈📈📈📈📈📈📈📈📈📈📈😱😱😱😱😱😱🤤🤤🤤🤤🤤🤤🤤🤤🤤🤤🤤</a:t>
            </a:r>
            <a:endParaRPr sz="1400" b="0" i="0" u="none" strike="noStrike" cap="none">
              <a:solidFill>
                <a:srgbClr val="000000"/>
              </a:solidFill>
              <a:latin typeface="Montserrat"/>
              <a:ea typeface="Montserrat"/>
              <a:cs typeface="Montserrat"/>
              <a:sym typeface="Montserrat"/>
            </a:endParaRPr>
          </a:p>
        </p:txBody>
      </p:sp>
      <p:sp>
        <p:nvSpPr>
          <p:cNvPr id="976" name="Google Shape;976;p114"/>
          <p:cNvSpPr/>
          <p:nvPr/>
        </p:nvSpPr>
        <p:spPr>
          <a:xfrm>
            <a:off x="1737025" y="3641524"/>
            <a:ext cx="4553400" cy="1173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800"/>
              </a:spcAft>
              <a:buClr>
                <a:srgbClr val="000000"/>
              </a:buClr>
              <a:buSzPts val="1300"/>
              <a:buFont typeface="Arial"/>
              <a:buNone/>
            </a:pPr>
            <a:r>
              <a:rPr lang="en" sz="1300" b="0" i="1" u="none" strike="noStrike" cap="none">
                <a:solidFill>
                  <a:schemeClr val="dk1"/>
                </a:solidFill>
                <a:latin typeface="Montserrat"/>
                <a:ea typeface="Montserrat"/>
                <a:cs typeface="Montserrat"/>
                <a:sym typeface="Montserrat"/>
              </a:rPr>
              <a:t>AAPL short interest went 7 percent 2 days means beginning long squeeze hodl squeeze continue SI still 52 means could see 20-30 gains day compounded 2 weeks I'm rich</a:t>
            </a:r>
            <a:endParaRPr sz="1400" b="0" i="0" u="none" strike="noStrike" cap="none">
              <a:solidFill>
                <a:srgbClr val="000000"/>
              </a:solidFill>
              <a:latin typeface="Montserrat"/>
              <a:ea typeface="Montserrat"/>
              <a:cs typeface="Montserrat"/>
              <a:sym typeface="Montserrat"/>
            </a:endParaRPr>
          </a:p>
        </p:txBody>
      </p:sp>
      <p:pic>
        <p:nvPicPr>
          <p:cNvPr id="977" name="Google Shape;977;p114"/>
          <p:cNvPicPr preferRelativeResize="0"/>
          <p:nvPr/>
        </p:nvPicPr>
        <p:blipFill rotWithShape="1">
          <a:blip r:embed="rId3">
            <a:alphaModFix/>
          </a:blip>
          <a:srcRect/>
          <a:stretch/>
        </p:blipFill>
        <p:spPr>
          <a:xfrm>
            <a:off x="767175" y="956275"/>
            <a:ext cx="469076" cy="475740"/>
          </a:xfrm>
          <a:prstGeom prst="rect">
            <a:avLst/>
          </a:prstGeom>
          <a:noFill/>
          <a:ln>
            <a:noFill/>
          </a:ln>
        </p:spPr>
      </p:pic>
      <p:sp>
        <p:nvSpPr>
          <p:cNvPr id="978" name="Google Shape;978;p114"/>
          <p:cNvSpPr txBox="1"/>
          <p:nvPr/>
        </p:nvSpPr>
        <p:spPr>
          <a:xfrm>
            <a:off x="7243788" y="2080850"/>
            <a:ext cx="15885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CC0000"/>
                </a:solidFill>
                <a:latin typeface="Montserrat"/>
                <a:ea typeface="Montserrat"/>
                <a:cs typeface="Montserrat"/>
                <a:sym typeface="Montserrat"/>
              </a:rPr>
              <a:t>Uncleaned Comment</a:t>
            </a:r>
            <a:endParaRPr sz="1200" b="1" i="0" u="none" strike="noStrike" cap="none">
              <a:solidFill>
                <a:srgbClr val="CC0000"/>
              </a:solidFill>
              <a:latin typeface="Montserrat"/>
              <a:ea typeface="Montserrat"/>
              <a:cs typeface="Montserrat"/>
              <a:sym typeface="Montserrat"/>
            </a:endParaRPr>
          </a:p>
        </p:txBody>
      </p:sp>
      <p:sp>
        <p:nvSpPr>
          <p:cNvPr id="979" name="Google Shape;979;p114"/>
          <p:cNvSpPr txBox="1"/>
          <p:nvPr/>
        </p:nvSpPr>
        <p:spPr>
          <a:xfrm>
            <a:off x="7333788" y="4043825"/>
            <a:ext cx="14085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CC0000"/>
                </a:solidFill>
                <a:latin typeface="Montserrat"/>
                <a:ea typeface="Montserrat"/>
                <a:cs typeface="Montserrat"/>
                <a:sym typeface="Montserrat"/>
              </a:rPr>
              <a:t>Cleaned</a:t>
            </a:r>
            <a:endParaRPr sz="1200" b="1" i="0" u="none" strike="noStrike" cap="none">
              <a:solidFill>
                <a:srgbClr val="CC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CC0000"/>
                </a:solidFill>
                <a:latin typeface="Montserrat"/>
                <a:ea typeface="Montserrat"/>
                <a:cs typeface="Montserrat"/>
                <a:sym typeface="Montserrat"/>
              </a:rPr>
              <a:t>Comment</a:t>
            </a:r>
            <a:endParaRPr sz="1200" b="1" i="0" u="none" strike="noStrike" cap="none">
              <a:solidFill>
                <a:srgbClr val="CC0000"/>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983"/>
        <p:cNvGrpSpPr/>
        <p:nvPr/>
      </p:nvGrpSpPr>
      <p:grpSpPr>
        <a:xfrm>
          <a:off x="0" y="0"/>
          <a:ext cx="0" cy="0"/>
          <a:chOff x="0" y="0"/>
          <a:chExt cx="0" cy="0"/>
        </a:xfrm>
      </p:grpSpPr>
      <p:sp>
        <p:nvSpPr>
          <p:cNvPr id="984" name="Google Shape;984;p115"/>
          <p:cNvSpPr txBox="1">
            <a:spLocks noGrp="1"/>
          </p:cNvSpPr>
          <p:nvPr>
            <p:ph type="title"/>
          </p:nvPr>
        </p:nvSpPr>
        <p:spPr>
          <a:xfrm>
            <a:off x="717800" y="383175"/>
            <a:ext cx="7708200" cy="74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References</a:t>
            </a:r>
            <a:endParaRPr/>
          </a:p>
        </p:txBody>
      </p:sp>
      <p:sp>
        <p:nvSpPr>
          <p:cNvPr id="985" name="Google Shape;985;p115"/>
          <p:cNvSpPr txBox="1">
            <a:spLocks noGrp="1"/>
          </p:cNvSpPr>
          <p:nvPr>
            <p:ph type="subTitle" idx="1"/>
          </p:nvPr>
        </p:nvSpPr>
        <p:spPr>
          <a:xfrm>
            <a:off x="717800" y="998000"/>
            <a:ext cx="6952200" cy="365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accent1"/>
                </a:solidFill>
              </a:rPr>
              <a:t>Research:</a:t>
            </a:r>
            <a:endParaRPr b="1">
              <a:solidFill>
                <a:schemeClr val="accent1"/>
              </a:solidFill>
            </a:endParaRPr>
          </a:p>
          <a:p>
            <a:pPr marL="457200" marR="50800" lvl="0" indent="-317500" algn="l" rtl="0">
              <a:lnSpc>
                <a:spcPct val="100000"/>
              </a:lnSpc>
              <a:spcBef>
                <a:spcPts val="1000"/>
              </a:spcBef>
              <a:spcAft>
                <a:spcPts val="0"/>
              </a:spcAft>
              <a:buSzPts val="1400"/>
              <a:buChar char="●"/>
            </a:pPr>
            <a:r>
              <a:rPr lang="en" u="sng">
                <a:solidFill>
                  <a:schemeClr val="hlink"/>
                </a:solidFill>
                <a:hlinkClick r:id="rId3"/>
              </a:rPr>
              <a:t>https://www.investopedia.com/terms/a/assetmanagement.asp</a:t>
            </a:r>
            <a:r>
              <a:rPr lang="en">
                <a:solidFill>
                  <a:schemeClr val="accent1"/>
                </a:solidFill>
              </a:rPr>
              <a:t> </a:t>
            </a:r>
            <a:endParaRPr>
              <a:solidFill>
                <a:schemeClr val="accent1"/>
              </a:solidFill>
            </a:endParaRPr>
          </a:p>
          <a:p>
            <a:pPr marL="457200" marR="50800" lvl="0" indent="-317500" algn="l" rtl="0">
              <a:lnSpc>
                <a:spcPct val="100000"/>
              </a:lnSpc>
              <a:spcBef>
                <a:spcPts val="0"/>
              </a:spcBef>
              <a:spcAft>
                <a:spcPts val="0"/>
              </a:spcAft>
              <a:buSzPts val="1400"/>
              <a:buChar char="●"/>
            </a:pPr>
            <a:r>
              <a:rPr lang="en" u="sng">
                <a:solidFill>
                  <a:schemeClr val="hlink"/>
                </a:solidFill>
                <a:hlinkClick r:id="rId4"/>
              </a:rPr>
              <a:t>https://www.axovision.com/blog/2021/01/15/sentiment-analysis-and-nlp-in-asset-management/</a:t>
            </a:r>
            <a:endParaRPr u="sng">
              <a:solidFill>
                <a:schemeClr val="hlink"/>
              </a:solidFill>
            </a:endParaRPr>
          </a:p>
          <a:p>
            <a:pPr marL="457200" marR="50800" lvl="0" indent="-317500" algn="l" rtl="0">
              <a:lnSpc>
                <a:spcPct val="100000"/>
              </a:lnSpc>
              <a:spcBef>
                <a:spcPts val="0"/>
              </a:spcBef>
              <a:spcAft>
                <a:spcPts val="0"/>
              </a:spcAft>
              <a:buSzPts val="1400"/>
              <a:buChar char="●"/>
            </a:pPr>
            <a:r>
              <a:rPr lang="en" u="sng">
                <a:solidFill>
                  <a:schemeClr val="hlink"/>
                </a:solidFill>
                <a:hlinkClick r:id="rId5"/>
              </a:rPr>
              <a:t>https://www.researchgate.net/publication/304454096_Trading_on_Twitter_Using_Social_Media_Sentiment_to_Predict_Stock_Returns_Trading_on_Twitter</a:t>
            </a:r>
            <a:endParaRPr u="sng">
              <a:solidFill>
                <a:schemeClr val="accent1"/>
              </a:solidFill>
            </a:endParaRPr>
          </a:p>
          <a:p>
            <a:pPr marL="457200" marR="50800" lvl="0" indent="-317500" algn="l" rtl="0">
              <a:lnSpc>
                <a:spcPct val="100000"/>
              </a:lnSpc>
              <a:spcBef>
                <a:spcPts val="0"/>
              </a:spcBef>
              <a:spcAft>
                <a:spcPts val="0"/>
              </a:spcAft>
              <a:buSzPts val="1400"/>
              <a:buChar char="●"/>
            </a:pPr>
            <a:r>
              <a:rPr lang="en" u="sng">
                <a:solidFill>
                  <a:schemeClr val="hlink"/>
                </a:solidFill>
                <a:hlinkClick r:id="rId6"/>
              </a:rPr>
              <a:t>https://www.thetradenews.com/the-reddit-revolt-gamestop-and-the-impact-of-social-media-on-institutional-investors/</a:t>
            </a:r>
            <a:endParaRPr>
              <a:solidFill>
                <a:schemeClr val="accent1"/>
              </a:solidFill>
            </a:endParaRPr>
          </a:p>
          <a:p>
            <a:pPr marL="457200" marR="50800" lvl="0" indent="-317500" algn="l" rtl="0">
              <a:lnSpc>
                <a:spcPct val="100000"/>
              </a:lnSpc>
              <a:spcBef>
                <a:spcPts val="0"/>
              </a:spcBef>
              <a:spcAft>
                <a:spcPts val="0"/>
              </a:spcAft>
              <a:buSzPts val="1400"/>
              <a:buChar char="●"/>
            </a:pPr>
            <a:r>
              <a:rPr lang="en" u="sng">
                <a:solidFill>
                  <a:schemeClr val="hlink"/>
                </a:solidFill>
                <a:hlinkClick r:id="rId7"/>
              </a:rPr>
              <a:t>https://www.brunswickgroup.com/digital-investor-survey-2021-i18508/</a:t>
            </a:r>
            <a:r>
              <a:rPr lang="en">
                <a:solidFill>
                  <a:schemeClr val="accent1"/>
                </a:solidFill>
              </a:rPr>
              <a:t> </a:t>
            </a:r>
            <a:endParaRPr>
              <a:solidFill>
                <a:schemeClr val="accent1"/>
              </a:solidFill>
            </a:endParaRPr>
          </a:p>
          <a:p>
            <a:pPr marL="0" lvl="0" indent="0" algn="l" rtl="0">
              <a:lnSpc>
                <a:spcPct val="100000"/>
              </a:lnSpc>
              <a:spcBef>
                <a:spcPts val="1600"/>
              </a:spcBef>
              <a:spcAft>
                <a:spcPts val="0"/>
              </a:spcAft>
              <a:buClr>
                <a:schemeClr val="dk1"/>
              </a:buClr>
              <a:buSzPts val="1100"/>
              <a:buFont typeface="Arial"/>
              <a:buNone/>
            </a:pPr>
            <a:r>
              <a:rPr lang="en" b="1">
                <a:solidFill>
                  <a:schemeClr val="accent1"/>
                </a:solidFill>
              </a:rPr>
              <a:t>Preliminary Data Analysis:</a:t>
            </a:r>
            <a:endParaRPr b="1">
              <a:solidFill>
                <a:schemeClr val="accent1"/>
              </a:solidFill>
            </a:endParaRPr>
          </a:p>
          <a:p>
            <a:pPr marL="457200" marR="50800" lvl="0" indent="-317500" algn="l" rtl="0">
              <a:lnSpc>
                <a:spcPct val="100000"/>
              </a:lnSpc>
              <a:spcBef>
                <a:spcPts val="1000"/>
              </a:spcBef>
              <a:spcAft>
                <a:spcPts val="0"/>
              </a:spcAft>
              <a:buClr>
                <a:schemeClr val="dk2"/>
              </a:buClr>
              <a:buSzPts val="1400"/>
              <a:buChar char="●"/>
            </a:pPr>
            <a:r>
              <a:rPr lang="en" u="sng">
                <a:solidFill>
                  <a:schemeClr val="hlink"/>
                </a:solidFill>
                <a:hlinkClick r:id="rId8"/>
              </a:rPr>
              <a:t>https://towardsdatascience.com/sentiment-analysis-for-stock-price-prediction-in-python-bed40c65d178</a:t>
            </a:r>
            <a:endParaRPr/>
          </a:p>
          <a:p>
            <a:pPr marL="457200" marR="50800" lvl="0" indent="-317500" algn="l" rtl="0">
              <a:lnSpc>
                <a:spcPct val="100000"/>
              </a:lnSpc>
              <a:spcBef>
                <a:spcPts val="0"/>
              </a:spcBef>
              <a:spcAft>
                <a:spcPts val="0"/>
              </a:spcAft>
              <a:buClr>
                <a:schemeClr val="dk2"/>
              </a:buClr>
              <a:buSzPts val="1400"/>
              <a:buChar char="●"/>
            </a:pPr>
            <a:r>
              <a:rPr lang="en" u="sng">
                <a:solidFill>
                  <a:schemeClr val="hlink"/>
                </a:solidFill>
                <a:hlinkClick r:id="rId9"/>
              </a:rPr>
              <a:t>https://stackoverflow.com/questions/23199796/detect-and-exclude-outliers-in-pandas-data-frame</a:t>
            </a:r>
            <a:r>
              <a:rPr lang="en"/>
              <a:t> </a:t>
            </a:r>
            <a:endParaRPr/>
          </a:p>
          <a:p>
            <a:pPr marL="0" marR="50800" lvl="0" indent="0" algn="l" rtl="0">
              <a:lnSpc>
                <a:spcPct val="100000"/>
              </a:lnSpc>
              <a:spcBef>
                <a:spcPts val="1600"/>
              </a:spcBef>
              <a:spcAft>
                <a:spcPts val="0"/>
              </a:spcAft>
              <a:buSzPts val="1400"/>
              <a:buNone/>
            </a:pPr>
            <a:endParaRPr/>
          </a:p>
          <a:p>
            <a:pPr marL="0" marR="50800" lvl="0" indent="0" algn="l" rtl="0">
              <a:lnSpc>
                <a:spcPct val="100000"/>
              </a:lnSpc>
              <a:spcBef>
                <a:spcPts val="1600"/>
              </a:spcBef>
              <a:spcAft>
                <a:spcPts val="1600"/>
              </a:spcAft>
              <a:buSzPts val="1400"/>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989"/>
        <p:cNvGrpSpPr/>
        <p:nvPr/>
      </p:nvGrpSpPr>
      <p:grpSpPr>
        <a:xfrm>
          <a:off x="0" y="0"/>
          <a:ext cx="0" cy="0"/>
          <a:chOff x="0" y="0"/>
          <a:chExt cx="0" cy="0"/>
        </a:xfrm>
      </p:grpSpPr>
      <p:sp>
        <p:nvSpPr>
          <p:cNvPr id="990" name="Google Shape;990;p116"/>
          <p:cNvSpPr txBox="1">
            <a:spLocks noGrp="1"/>
          </p:cNvSpPr>
          <p:nvPr>
            <p:ph type="title"/>
          </p:nvPr>
        </p:nvSpPr>
        <p:spPr>
          <a:xfrm>
            <a:off x="2411425" y="1049400"/>
            <a:ext cx="5370900" cy="1110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800"/>
              <a:buNone/>
            </a:pPr>
            <a:r>
              <a:rPr lang="en"/>
              <a:t>Performance &amp; Methodology</a:t>
            </a:r>
            <a:endParaRPr/>
          </a:p>
        </p:txBody>
      </p:sp>
      <p:sp>
        <p:nvSpPr>
          <p:cNvPr id="991" name="Google Shape;991;p116"/>
          <p:cNvSpPr txBox="1">
            <a:spLocks noGrp="1"/>
          </p:cNvSpPr>
          <p:nvPr>
            <p:ph type="subTitle" idx="1"/>
          </p:nvPr>
        </p:nvSpPr>
        <p:spPr>
          <a:xfrm>
            <a:off x="3349225" y="2261375"/>
            <a:ext cx="4433100" cy="2370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Considering </a:t>
            </a:r>
            <a:r>
              <a:rPr lang="en">
                <a:solidFill>
                  <a:schemeClr val="dk2"/>
                </a:solidFill>
              </a:rPr>
              <a:t>new </a:t>
            </a:r>
            <a:r>
              <a:rPr lang="en"/>
              <a:t>methods after losing clients to competitors</a:t>
            </a:r>
            <a:endParaRPr/>
          </a:p>
          <a:p>
            <a:pPr marL="457200" lvl="0" indent="-342900" algn="l" rtl="0">
              <a:lnSpc>
                <a:spcPct val="100000"/>
              </a:lnSpc>
              <a:spcBef>
                <a:spcPts val="1000"/>
              </a:spcBef>
              <a:spcAft>
                <a:spcPts val="0"/>
              </a:spcAft>
              <a:buClr>
                <a:schemeClr val="dk2"/>
              </a:buClr>
              <a:buSzPts val="1800"/>
              <a:buChar char="●"/>
            </a:pPr>
            <a:r>
              <a:rPr lang="en"/>
              <a:t>Has been using </a:t>
            </a:r>
            <a:r>
              <a:rPr lang="en">
                <a:solidFill>
                  <a:schemeClr val="dk2"/>
                </a:solidFill>
              </a:rPr>
              <a:t>traditional </a:t>
            </a:r>
            <a:r>
              <a:rPr lang="en"/>
              <a:t>methods (e.g. fundamental &amp; technical analysis)</a:t>
            </a:r>
            <a:endParaRPr/>
          </a:p>
          <a:p>
            <a:pPr marL="457200" lvl="0" indent="-342900" algn="l" rtl="0">
              <a:lnSpc>
                <a:spcPct val="100000"/>
              </a:lnSpc>
              <a:spcBef>
                <a:spcPts val="1000"/>
              </a:spcBef>
              <a:spcAft>
                <a:spcPts val="0"/>
              </a:spcAft>
              <a:buClr>
                <a:schemeClr val="dk2"/>
              </a:buClr>
              <a:buSzPts val="1800"/>
              <a:buChar char="●"/>
            </a:pPr>
            <a:r>
              <a:rPr lang="en"/>
              <a:t>Tried to understand </a:t>
            </a:r>
            <a:r>
              <a:rPr lang="en">
                <a:solidFill>
                  <a:schemeClr val="dk2"/>
                </a:solidFill>
              </a:rPr>
              <a:t>market sentiment</a:t>
            </a:r>
            <a:r>
              <a:rPr lang="en"/>
              <a:t> by using sentiment indicators and keeping up with media platforms only</a:t>
            </a:r>
            <a:endParaRPr sz="1600"/>
          </a:p>
          <a:p>
            <a:pPr marL="0" lvl="0" indent="0" algn="l" rtl="0">
              <a:lnSpc>
                <a:spcPct val="100000"/>
              </a:lnSpc>
              <a:spcBef>
                <a:spcPts val="1000"/>
              </a:spcBef>
              <a:spcAft>
                <a:spcPts val="1000"/>
              </a:spcAft>
              <a:buSzPts val="1400"/>
              <a:buNone/>
            </a:pPr>
            <a:endParaRPr sz="16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995"/>
        <p:cNvGrpSpPr/>
        <p:nvPr/>
      </p:nvGrpSpPr>
      <p:grpSpPr>
        <a:xfrm>
          <a:off x="0" y="0"/>
          <a:ext cx="0" cy="0"/>
          <a:chOff x="0" y="0"/>
          <a:chExt cx="0" cy="0"/>
        </a:xfrm>
      </p:grpSpPr>
      <p:sp>
        <p:nvSpPr>
          <p:cNvPr id="996" name="Google Shape;996;p117"/>
          <p:cNvSpPr txBox="1">
            <a:spLocks noGrp="1"/>
          </p:cNvSpPr>
          <p:nvPr>
            <p:ph type="subTitle" idx="2"/>
          </p:nvPr>
        </p:nvSpPr>
        <p:spPr>
          <a:xfrm>
            <a:off x="809175" y="1693375"/>
            <a:ext cx="6693900" cy="2973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highlight>
                  <a:srgbClr val="FFFF00"/>
                </a:highlight>
              </a:rPr>
              <a:t>For one week only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r>
              <a:rPr lang="en">
                <a:highlight>
                  <a:srgbClr val="FFFF00"/>
                </a:highlight>
              </a:rPr>
              <a:t>Twitter - no. rows ,  &gt;10 likes (spam and bots)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r>
              <a:rPr lang="en">
                <a:highlight>
                  <a:srgbClr val="FFFF00"/>
                </a:highlight>
              </a:rPr>
              <a:t>Reddit - no. rows,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r>
              <a:rPr lang="en">
                <a:highlight>
                  <a:srgbClr val="FFFF00"/>
                </a:highlight>
              </a:rPr>
              <a:t>News - no. rows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r>
              <a:rPr lang="en">
                <a:highlight>
                  <a:srgbClr val="FFFF00"/>
                </a:highlight>
              </a:rPr>
              <a:t>EDA (optional)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r>
              <a:rPr lang="en">
                <a:highlight>
                  <a:srgbClr val="FFFF00"/>
                </a:highlight>
              </a:rPr>
              <a:t>Wordcloud - before clean what we scraped  </a:t>
            </a: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endParaRPr>
              <a:highlight>
                <a:srgbClr val="FFFF00"/>
              </a:highlight>
            </a:endParaRPr>
          </a:p>
          <a:p>
            <a:pPr marL="0" lvl="0" indent="0" algn="l" rtl="0">
              <a:lnSpc>
                <a:spcPct val="100000"/>
              </a:lnSpc>
              <a:spcBef>
                <a:spcPts val="1600"/>
              </a:spcBef>
              <a:spcAft>
                <a:spcPts val="0"/>
              </a:spcAft>
              <a:buClr>
                <a:schemeClr val="dk1"/>
              </a:buClr>
              <a:buSzPts val="1100"/>
              <a:buFont typeface="Arial"/>
              <a:buNone/>
            </a:pPr>
            <a:endParaRPr>
              <a:highlight>
                <a:srgbClr val="FFFF00"/>
              </a:highlight>
            </a:endParaRPr>
          </a:p>
          <a:p>
            <a:pPr marL="0" lvl="0" indent="0" algn="l" rtl="0">
              <a:lnSpc>
                <a:spcPct val="100000"/>
              </a:lnSpc>
              <a:spcBef>
                <a:spcPts val="1600"/>
              </a:spcBef>
              <a:spcAft>
                <a:spcPts val="1600"/>
              </a:spcAft>
              <a:buClr>
                <a:schemeClr val="dk1"/>
              </a:buClr>
              <a:buSzPts val="1100"/>
              <a:buFont typeface="Arial"/>
              <a:buNone/>
            </a:pPr>
            <a:endParaRPr>
              <a:highlight>
                <a:srgbClr val="FFFF00"/>
              </a:highlight>
            </a:endParaRPr>
          </a:p>
        </p:txBody>
      </p:sp>
      <p:sp>
        <p:nvSpPr>
          <p:cNvPr id="997" name="Google Shape;997;p117"/>
          <p:cNvSpPr txBox="1">
            <a:spLocks noGrp="1"/>
          </p:cNvSpPr>
          <p:nvPr>
            <p:ph type="title"/>
          </p:nvPr>
        </p:nvSpPr>
        <p:spPr>
          <a:xfrm>
            <a:off x="717800" y="383175"/>
            <a:ext cx="7708200" cy="64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Preliminary Data Analysis Results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001"/>
        <p:cNvGrpSpPr/>
        <p:nvPr/>
      </p:nvGrpSpPr>
      <p:grpSpPr>
        <a:xfrm>
          <a:off x="0" y="0"/>
          <a:ext cx="0" cy="0"/>
          <a:chOff x="0" y="0"/>
          <a:chExt cx="0" cy="0"/>
        </a:xfrm>
      </p:grpSpPr>
      <p:sp>
        <p:nvSpPr>
          <p:cNvPr id="1002" name="Google Shape;1002;p118"/>
          <p:cNvSpPr txBox="1">
            <a:spLocks noGrp="1"/>
          </p:cNvSpPr>
          <p:nvPr>
            <p:ph type="title"/>
          </p:nvPr>
        </p:nvSpPr>
        <p:spPr>
          <a:xfrm>
            <a:off x="717800" y="383175"/>
            <a:ext cx="7708200" cy="936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a:t>AAPL &amp; TSLA ratios for 5 days</a:t>
            </a:r>
            <a:endParaRPr/>
          </a:p>
          <a:p>
            <a:pPr marL="0" lvl="0" indent="0" algn="ctr" rtl="0">
              <a:lnSpc>
                <a:spcPct val="100000"/>
              </a:lnSpc>
              <a:spcBef>
                <a:spcPts val="0"/>
              </a:spcBef>
              <a:spcAft>
                <a:spcPts val="0"/>
              </a:spcAft>
              <a:buSzPts val="2800"/>
              <a:buNone/>
            </a:pPr>
            <a:r>
              <a:rPr lang="en" sz="1400"/>
              <a:t>(20th - 24th september)</a:t>
            </a:r>
            <a:endParaRPr sz="1400"/>
          </a:p>
        </p:txBody>
      </p:sp>
      <p:graphicFrame>
        <p:nvGraphicFramePr>
          <p:cNvPr id="1003" name="Google Shape;1003;p118"/>
          <p:cNvGraphicFramePr/>
          <p:nvPr/>
        </p:nvGraphicFramePr>
        <p:xfrm>
          <a:off x="952400" y="1383125"/>
          <a:ext cx="3000000" cy="3000000"/>
        </p:xfrm>
        <a:graphic>
          <a:graphicData uri="http://schemas.openxmlformats.org/drawingml/2006/table">
            <a:tbl>
              <a:tblPr>
                <a:noFill/>
                <a:tableStyleId>{ED85F886-F2B7-4E43-A6E9-08D5712BC9BE}</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533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AAPL</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TSLA</a:t>
                      </a:r>
                      <a:endParaRPr sz="1400"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0"/>
                  </a:ext>
                </a:extLst>
              </a:tr>
              <a:tr h="3533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Mean</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$145.19</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$749.90</a:t>
                      </a:r>
                      <a:endParaRPr sz="1400"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1"/>
                  </a:ext>
                </a:extLst>
              </a:tr>
              <a:tr h="3533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Standard Deviation</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1.889</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16.717</a:t>
                      </a:r>
                      <a:endParaRPr sz="1400"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533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Volatility</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0.112</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0.164</a:t>
                      </a:r>
                      <a:endParaRPr sz="1400"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3533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latin typeface="Montserrat"/>
                          <a:ea typeface="Montserrat"/>
                          <a:cs typeface="Montserrat"/>
                          <a:sym typeface="Montserrat"/>
                        </a:rPr>
                        <a:t>Annualized Returns </a:t>
                      </a:r>
                      <a:endParaRPr sz="1400" b="1"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latin typeface="Montserrat"/>
                          <a:ea typeface="Montserrat"/>
                          <a:cs typeface="Montserrat"/>
                          <a:sym typeface="Montserrat"/>
                        </a:rPr>
                        <a:t>6.38% </a:t>
                      </a:r>
                      <a:endParaRPr sz="1400" b="1"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latin typeface="Montserrat"/>
                          <a:ea typeface="Montserrat"/>
                          <a:cs typeface="Montserrat"/>
                          <a:sym typeface="Montserrat"/>
                        </a:rPr>
                        <a:t>71.27%</a:t>
                      </a:r>
                      <a:endParaRPr sz="1400" b="1"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533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Volume </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393,989,600</a:t>
                      </a:r>
                      <a:endParaRPr sz="1400" u="none" strike="noStrike" cap="none">
                        <a:latin typeface="Montserrat"/>
                        <a:ea typeface="Montserrat"/>
                        <a:cs typeface="Montserrat"/>
                        <a:sym typeface="Montserrat"/>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Montserrat"/>
                          <a:ea typeface="Montserrat"/>
                          <a:cs typeface="Montserrat"/>
                          <a:sym typeface="Montserrat"/>
                        </a:rPr>
                        <a:t>89,499,100</a:t>
                      </a:r>
                      <a:endParaRPr sz="1400" u="none" strike="noStrike" cap="none">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ook Day Social Media by Slidesgo">
  <a:themeElements>
    <a:clrScheme name="Simple Light">
      <a:dk1>
        <a:srgbClr val="000000"/>
      </a:dk1>
      <a:lt1>
        <a:srgbClr val="FFFFFF"/>
      </a:lt1>
      <a:dk2>
        <a:srgbClr val="252525"/>
      </a:dk2>
      <a:lt2>
        <a:srgbClr val="EEEEEE"/>
      </a:lt2>
      <a:accent1>
        <a:srgbClr val="F9C03F"/>
      </a:accent1>
      <a:accent2>
        <a:srgbClr val="4A86E8"/>
      </a:accent2>
      <a:accent3>
        <a:srgbClr val="ED8838"/>
      </a:accent3>
      <a:accent4>
        <a:srgbClr val="9DCDF9"/>
      </a:accent4>
      <a:accent5>
        <a:srgbClr val="8A78E4"/>
      </a:accent5>
      <a:accent6>
        <a:srgbClr val="386EED"/>
      </a:accent6>
      <a:hlink>
        <a:srgbClr val="2525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6526</Words>
  <Application>Microsoft Office PowerPoint</Application>
  <PresentationFormat>On-screen Show (16:9)</PresentationFormat>
  <Paragraphs>776</Paragraphs>
  <Slides>49</Slides>
  <Notes>49</Notes>
  <HiddenSlides>20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49</vt:i4>
      </vt:variant>
    </vt:vector>
  </HeadingPairs>
  <TitlesOfParts>
    <vt:vector size="65" baseType="lpstr">
      <vt:lpstr>Montserrat</vt:lpstr>
      <vt:lpstr>Inter</vt:lpstr>
      <vt:lpstr>Montserrat SemiBold</vt:lpstr>
      <vt:lpstr>Arial</vt:lpstr>
      <vt:lpstr>Didact Gothic</vt:lpstr>
      <vt:lpstr>Neucha</vt:lpstr>
      <vt:lpstr>Barlow</vt:lpstr>
      <vt:lpstr>Poppins</vt:lpstr>
      <vt:lpstr>Roboto</vt:lpstr>
      <vt:lpstr>Quicksand Medium</vt:lpstr>
      <vt:lpstr>Fira Sans Extra Condensed Medium</vt:lpstr>
      <vt:lpstr>Montserrat Medium</vt:lpstr>
      <vt:lpstr>Patua One</vt:lpstr>
      <vt:lpstr>Simple Light</vt:lpstr>
      <vt:lpstr>Management Consulting Toolkit by Slidesgo</vt:lpstr>
      <vt:lpstr>Book Day Social Media by Slidesgo</vt:lpstr>
      <vt:lpstr>Citi HackOverFlow 2022</vt:lpstr>
      <vt:lpstr>Table of Contents</vt:lpstr>
      <vt:lpstr>Background</vt:lpstr>
      <vt:lpstr>PowerPoint Presentation</vt:lpstr>
      <vt:lpstr> Target: New Age Investors</vt:lpstr>
      <vt:lpstr>Target Users’ Problem</vt:lpstr>
      <vt:lpstr>Business opportunity </vt:lpstr>
      <vt:lpstr>PowerPoint Presentation</vt:lpstr>
      <vt:lpstr>Using social media</vt:lpstr>
      <vt:lpstr>Using machine learning</vt:lpstr>
      <vt:lpstr>Data</vt:lpstr>
      <vt:lpstr>PowerPoint Presentation</vt:lpstr>
      <vt:lpstr>Getting our data</vt:lpstr>
      <vt:lpstr>Stocks Chosen</vt:lpstr>
      <vt:lpstr>Challenges with Data</vt:lpstr>
      <vt:lpstr>Data Subset</vt:lpstr>
      <vt:lpstr>Analytics </vt:lpstr>
      <vt:lpstr>Approach</vt:lpstr>
      <vt:lpstr>Analysis steps</vt:lpstr>
      <vt:lpstr>Choice of Analytics Approach &amp; Insights</vt:lpstr>
      <vt:lpstr>PowerPoint Presentation</vt:lpstr>
      <vt:lpstr>PowerPoint Presentation</vt:lpstr>
      <vt:lpstr>Choice of Analytics Approach &amp; Insights </vt:lpstr>
      <vt:lpstr>PowerPoint Presentation</vt:lpstr>
      <vt:lpstr>Choice of Analytics Approach  and Insights</vt:lpstr>
      <vt:lpstr>Decision Tree</vt:lpstr>
      <vt:lpstr>POC App</vt:lpstr>
      <vt:lpstr>Conclusion</vt:lpstr>
      <vt:lpstr>Solution Features </vt:lpstr>
      <vt:lpstr>Limitations</vt:lpstr>
      <vt:lpstr>Additional Steps to turn solution into a Complete Analytical Product</vt:lpstr>
      <vt:lpstr>Potential Challenges</vt:lpstr>
      <vt:lpstr>How Benefits can be Measured</vt:lpstr>
      <vt:lpstr>PowerPoint Presentation</vt:lpstr>
      <vt:lpstr>Solution Demo</vt:lpstr>
      <vt:lpstr>Thank You!</vt:lpstr>
      <vt:lpstr>Fastest growing information system</vt:lpstr>
      <vt:lpstr>Price</vt:lpstr>
      <vt:lpstr>PowerPoint Presentation</vt:lpstr>
      <vt:lpstr>Volume</vt:lpstr>
      <vt:lpstr>Challenges for company</vt:lpstr>
      <vt:lpstr>Market Sentiment</vt:lpstr>
      <vt:lpstr>Data cleaning</vt:lpstr>
      <vt:lpstr>Platforms used</vt:lpstr>
      <vt:lpstr>Example of cleaned comments</vt:lpstr>
      <vt:lpstr>References</vt:lpstr>
      <vt:lpstr>Performance &amp; Methodology</vt:lpstr>
      <vt:lpstr>Preliminary Data Analysis Results</vt:lpstr>
      <vt:lpstr>AAPL &amp; TSLA ratios for 5 days (20th - 24th september)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 HackOverFlow 2022</dc:title>
  <cp:lastModifiedBy>Teo Jia Wei</cp:lastModifiedBy>
  <cp:revision>1</cp:revision>
  <dcterms:modified xsi:type="dcterms:W3CDTF">2022-08-11T18:21:18Z</dcterms:modified>
</cp:coreProperties>
</file>